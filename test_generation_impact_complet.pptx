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visibilité budget &amp; planif 3m | Démo pairs VP1 | Support oSmoz (templates + MàJ) &amp; retex usage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 personne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Enjeux chantier &amp; résultats VP1 | Démo pairs | Relais RGM &amp; pilotage MàJ ILS/RACI | Retex appropriation RGM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10 personnes</a:t>
            </a:r>
          </a:p>
        </p:txBody>
      </p:sp>
      <p:sp>
        <p:nvSpPr>
          <p:cNvPr id="30" name="S15_TABLE_R3_C2"/>
          <p:cNvSpPr/>
          <p:nvPr/>
        </p:nvSpPr>
        <p:spPr>
          <a:xfrm>
            <a:off x="2973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5_TABLE_R3_C3"/>
          <p:cNvSpPr/>
          <p:nvPr/>
        </p:nvSpPr>
        <p:spPr>
          <a:xfrm>
            <a:off x="43668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5_TABLE_R3_C4"/>
          <p:cNvSpPr/>
          <p:nvPr/>
        </p:nvSpPr>
        <p:spPr>
          <a:xfrm>
            <a:off x="57600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5_TABLE_R3_C5"/>
          <p:cNvSpPr/>
          <p:nvPr/>
        </p:nvSpPr>
        <p:spPr>
          <a:xfrm>
            <a:off x="7149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visibilité budget &amp; planif 3m | Démo pairs VP1 | Support oSmoz (templates + MàJ) &amp; retex usage</a:t>
            </a:r>
          </a:p>
        </p:txBody>
      </p:sp>
      <p:sp>
        <p:nvSpPr>
          <p:cNvPr id="35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36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37" name="S15_TABLE_R4_C2"/>
          <p:cNvSpPr/>
          <p:nvPr/>
        </p:nvSpPr>
        <p:spPr>
          <a:xfrm>
            <a:off x="2973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5_TABLE_R4_C3"/>
          <p:cNvSpPr/>
          <p:nvPr/>
        </p:nvSpPr>
        <p:spPr>
          <a:xfrm>
            <a:off x="43668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5_TABLE_R4_C4"/>
          <p:cNvSpPr/>
          <p:nvPr/>
        </p:nvSpPr>
        <p:spPr>
          <a:xfrm>
            <a:off x="57600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5_TABLE_R4_C5"/>
          <p:cNvSpPr/>
          <p:nvPr/>
        </p:nvSpPr>
        <p:spPr>
          <a:xfrm>
            <a:off x="7149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Enjeux chantier &amp; résultats VP1 | Démo pairs | Relais RGM &amp; pilotage MàJ ILS/RACI | Retex appropriation RGM</a:t>
            </a:r>
          </a:p>
        </p:txBody>
      </p:sp>
      <p:sp>
        <p:nvSpPr>
          <p:cNvPr id="42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43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44" name="S15_TABLE_R5_C2"/>
          <p:cNvSpPr/>
          <p:nvPr/>
        </p:nvSpPr>
        <p:spPr>
          <a:xfrm>
            <a:off x="2973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TABLE_R5_C3"/>
          <p:cNvSpPr/>
          <p:nvPr/>
        </p:nvSpPr>
        <p:spPr>
          <a:xfrm>
            <a:off x="43668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5_TABLE_R5_C4"/>
          <p:cNvSpPr/>
          <p:nvPr/>
        </p:nvSpPr>
        <p:spPr>
          <a:xfrm>
            <a:off x="57600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TABLE_R5_C5"/>
          <p:cNvSpPr/>
          <p:nvPr/>
        </p:nvSpPr>
        <p:spPr>
          <a:xfrm>
            <a:off x="7149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visibilité budget &amp; planif 3m | Démo pairs VP1 | Support oSmoz (templates + MàJ) &amp; retex usage</a:t>
            </a:r>
          </a:p>
        </p:txBody>
      </p:sp>
      <p:sp>
        <p:nvSpPr>
          <p:cNvPr id="49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50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51" name="S15_TABLE_R6_C2"/>
          <p:cNvSpPr/>
          <p:nvPr/>
        </p:nvSpPr>
        <p:spPr>
          <a:xfrm>
            <a:off x="2973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5_TABLE_R6_C3"/>
          <p:cNvSpPr/>
          <p:nvPr/>
        </p:nvSpPr>
        <p:spPr>
          <a:xfrm>
            <a:off x="43668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5_TABLE_R6_C4"/>
          <p:cNvSpPr/>
          <p:nvPr/>
        </p:nvSpPr>
        <p:spPr>
          <a:xfrm>
            <a:off x="57600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5_TABLE_R6_C5"/>
          <p:cNvSpPr/>
          <p:nvPr/>
        </p:nvSpPr>
        <p:spPr>
          <a:xfrm>
            <a:off x="7149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Enjeux chantier &amp; résultats VP1 | Démo pairs | Relais RGM &amp; pilotage MàJ ILS/RACI | Retex appropriation RGM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57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58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60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62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64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66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 (suite)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visibilité budget &amp; planif 3m | Démo pairs VP1 | Support oSmoz (templates + MàJ) &amp; retex usage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Enjeux chantier &amp; résultats VP1 | Démo pairs | Relais RGM &amp; pilotage MàJ ILS/RACI | Retex appropriation RGM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0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1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2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3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5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6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7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8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9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41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42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44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46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48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50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