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10800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13832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0" name="S06_R1C2"/>
          <p:cNvSpPr txBox="1"/>
          <p:nvPr/>
        </p:nvSpPr>
        <p:spPr>
          <a:xfrm>
            <a:off x="4172400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2" name="S06_R1C3"/>
          <p:cNvSpPr txBox="1"/>
          <p:nvPr/>
        </p:nvSpPr>
        <p:spPr>
          <a:xfrm>
            <a:off x="6256800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4" name="S06_R1C4"/>
          <p:cNvSpPr txBox="1"/>
          <p:nvPr/>
        </p:nvSpPr>
        <p:spPr>
          <a:xfrm>
            <a:off x="801360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6" name="S06_R1C5"/>
          <p:cNvSpPr txBox="1"/>
          <p:nvPr/>
        </p:nvSpPr>
        <p:spPr>
          <a:xfrm>
            <a:off x="1033200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8" name="S06_R2_BG"/>
          <p:cNvSpPr/>
          <p:nvPr/>
        </p:nvSpPr>
        <p:spPr>
          <a:xfrm>
            <a:off x="547200" y="2869200"/>
            <a:ext cx="113832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6_R2C1"/>
          <p:cNvSpPr txBox="1"/>
          <p:nvPr/>
        </p:nvSpPr>
        <p:spPr>
          <a:xfrm>
            <a:off x="547200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1" name="S06_R2C2"/>
          <p:cNvSpPr txBox="1"/>
          <p:nvPr/>
        </p:nvSpPr>
        <p:spPr>
          <a:xfrm>
            <a:off x="4172400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3" name="S06_R2C3"/>
          <p:cNvSpPr txBox="1"/>
          <p:nvPr/>
        </p:nvSpPr>
        <p:spPr>
          <a:xfrm>
            <a:off x="6256800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5" name="S06_R2C4"/>
          <p:cNvSpPr txBox="1"/>
          <p:nvPr/>
        </p:nvSpPr>
        <p:spPr>
          <a:xfrm>
            <a:off x="801360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7" name="S06_R2C5"/>
          <p:cNvSpPr txBox="1"/>
          <p:nvPr/>
        </p:nvSpPr>
        <p:spPr>
          <a:xfrm>
            <a:off x="1033200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9" name="S06_R3_BG"/>
          <p:cNvSpPr/>
          <p:nvPr/>
        </p:nvSpPr>
        <p:spPr>
          <a:xfrm>
            <a:off x="547200" y="3376800"/>
            <a:ext cx="113832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6_R3C1"/>
          <p:cNvSpPr txBox="1"/>
          <p:nvPr/>
        </p:nvSpPr>
        <p:spPr>
          <a:xfrm>
            <a:off x="547200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2" name="S06_R3C2"/>
          <p:cNvSpPr txBox="1"/>
          <p:nvPr/>
        </p:nvSpPr>
        <p:spPr>
          <a:xfrm>
            <a:off x="4172400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4" name="S06_R3C3"/>
          <p:cNvSpPr txBox="1"/>
          <p:nvPr/>
        </p:nvSpPr>
        <p:spPr>
          <a:xfrm>
            <a:off x="6256800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6" name="S06_R3C4"/>
          <p:cNvSpPr txBox="1"/>
          <p:nvPr/>
        </p:nvSpPr>
        <p:spPr>
          <a:xfrm>
            <a:off x="801360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8" name="S06_R3C5"/>
          <p:cNvSpPr txBox="1"/>
          <p:nvPr/>
        </p:nvSpPr>
        <p:spPr>
          <a:xfrm>
            <a:off x="1033200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0" name="S06_R4_BG"/>
          <p:cNvSpPr/>
          <p:nvPr/>
        </p:nvSpPr>
        <p:spPr>
          <a:xfrm>
            <a:off x="547200" y="3884399"/>
            <a:ext cx="113832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06_R4C1"/>
          <p:cNvSpPr txBox="1"/>
          <p:nvPr/>
        </p:nvSpPr>
        <p:spPr>
          <a:xfrm>
            <a:off x="547200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3" name="S06_R4C2"/>
          <p:cNvSpPr txBox="1"/>
          <p:nvPr/>
        </p:nvSpPr>
        <p:spPr>
          <a:xfrm>
            <a:off x="4172400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5" name="S06_R4C3"/>
          <p:cNvSpPr txBox="1"/>
          <p:nvPr/>
        </p:nvSpPr>
        <p:spPr>
          <a:xfrm>
            <a:off x="6256800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7" name="S06_R4C4"/>
          <p:cNvSpPr txBox="1"/>
          <p:nvPr/>
        </p:nvSpPr>
        <p:spPr>
          <a:xfrm>
            <a:off x="801360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9" name="S06_R4C5"/>
          <p:cNvSpPr txBox="1"/>
          <p:nvPr/>
        </p:nvSpPr>
        <p:spPr>
          <a:xfrm>
            <a:off x="1033200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070E1D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7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8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30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1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3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4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6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7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9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40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/>
          <p:nvPr/>
        </p:nvSpPr>
        <p:spPr>
          <a:xfrm>
            <a:off x="583200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3" name="S09_RISK_1_ACTION_TAG"/>
          <p:cNvSpPr/>
          <p:nvPr/>
        </p:nvSpPr>
        <p:spPr>
          <a:xfrm>
            <a:off x="223200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/>
          <p:nvPr/>
        </p:nvSpPr>
        <p:spPr>
          <a:xfrm>
            <a:off x="4597200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1" name="S09_RISK_2_ACTION_TAG"/>
          <p:cNvSpPr/>
          <p:nvPr/>
        </p:nvSpPr>
        <p:spPr>
          <a:xfrm>
            <a:off x="4237200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/>
          <p:nvPr/>
        </p:nvSpPr>
        <p:spPr>
          <a:xfrm>
            <a:off x="8607600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9" name="S09_RISK_3_ACTION_TAG"/>
          <p:cNvSpPr/>
          <p:nvPr/>
        </p:nvSpPr>
        <p:spPr>
          <a:xfrm>
            <a:off x="8247600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/>
          <p:nvPr/>
        </p:nvSpPr>
        <p:spPr>
          <a:xfrm>
            <a:off x="583200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7" name="S09_OPP_1_ACTION_TAG"/>
          <p:cNvSpPr/>
          <p:nvPr/>
        </p:nvSpPr>
        <p:spPr>
          <a:xfrm>
            <a:off x="223200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/>
          <p:nvPr/>
        </p:nvSpPr>
        <p:spPr>
          <a:xfrm>
            <a:off x="4597200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5" name="S09_OPP_2_ACTION_TAG"/>
          <p:cNvSpPr/>
          <p:nvPr/>
        </p:nvSpPr>
        <p:spPr>
          <a:xfrm>
            <a:off x="4237200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/>
          <p:nvPr/>
        </p:nvSpPr>
        <p:spPr>
          <a:xfrm>
            <a:off x="8607600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7764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3" name="S09_OPP_3_ACTION_TAG"/>
          <p:cNvSpPr/>
          <p:nvPr/>
        </p:nvSpPr>
        <p:spPr>
          <a:xfrm>
            <a:off x="8247600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