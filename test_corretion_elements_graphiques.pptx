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01/11</a:t>
            </a:r>
          </a:p>
        </p:txBody>
      </p:sp>
      <p:sp>
        <p:nvSpPr>
          <p:cNvPr id="7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9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0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2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3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4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6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7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8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0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1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02/11</a:t>
            </a:r>
          </a:p>
        </p:txBody>
      </p:sp>
      <p:sp>
        <p:nvSpPr>
          <p:cNvPr id="7" name="S02_SEP_1"/>
          <p:cNvSpPr/>
          <p:nvPr/>
        </p:nvSpPr>
        <p:spPr>
          <a:xfrm>
            <a:off x="608400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2_COL_1_TITLE"/>
          <p:cNvSpPr txBox="1"/>
          <p:nvPr/>
        </p:nvSpPr>
        <p:spPr>
          <a:xfrm>
            <a:off x="8496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9" name="S02_COL_1_BODY"/>
          <p:cNvSpPr txBox="1"/>
          <p:nvPr/>
        </p:nvSpPr>
        <p:spPr>
          <a:xfrm>
            <a:off x="8496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2_SEP_2"/>
          <p:cNvSpPr/>
          <p:nvPr/>
        </p:nvSpPr>
        <p:spPr>
          <a:xfrm>
            <a:off x="4359600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2_COL_2_TITLE"/>
          <p:cNvSpPr txBox="1"/>
          <p:nvPr/>
        </p:nvSpPr>
        <p:spPr>
          <a:xfrm>
            <a:off x="45972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2" name="S02_COL_2_BODY"/>
          <p:cNvSpPr txBox="1"/>
          <p:nvPr/>
        </p:nvSpPr>
        <p:spPr>
          <a:xfrm>
            <a:off x="45972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3" name="S02_SEP_3"/>
          <p:cNvSpPr/>
          <p:nvPr/>
        </p:nvSpPr>
        <p:spPr>
          <a:xfrm>
            <a:off x="8110800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2_COL_3_TITLE"/>
          <p:cNvSpPr txBox="1"/>
          <p:nvPr/>
        </p:nvSpPr>
        <p:spPr>
          <a:xfrm>
            <a:off x="83484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5" name="S02_COL_3_BODY"/>
          <p:cNvSpPr txBox="1"/>
          <p:nvPr/>
        </p:nvSpPr>
        <p:spPr>
          <a:xfrm>
            <a:off x="83484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03/11</a:t>
            </a:r>
          </a:p>
        </p:txBody>
      </p:sp>
      <p:sp>
        <p:nvSpPr>
          <p:cNvPr id="7" name="S03_TEARDROP_1"/>
          <p:cNvSpPr/>
          <p:nvPr/>
        </p:nvSpPr>
        <p:spPr>
          <a:xfrm rot="10800000">
            <a:off x="1231200" y="1292400"/>
            <a:ext cx="1080000" cy="1080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3_FACTOR_1_LABEL"/>
          <p:cNvSpPr txBox="1"/>
          <p:nvPr/>
        </p:nvSpPr>
        <p:spPr>
          <a:xfrm>
            <a:off x="52199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9" name="S03_TEARDROP_2"/>
          <p:cNvSpPr/>
          <p:nvPr/>
        </p:nvSpPr>
        <p:spPr>
          <a:xfrm rot="10800000">
            <a:off x="5529600" y="1314000"/>
            <a:ext cx="1080000" cy="1080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3_FACTOR_2_LABEL"/>
          <p:cNvSpPr txBox="1"/>
          <p:nvPr/>
        </p:nvSpPr>
        <p:spPr>
          <a:xfrm>
            <a:off x="482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1" name="S03_TEARDROP_3"/>
          <p:cNvSpPr/>
          <p:nvPr/>
        </p:nvSpPr>
        <p:spPr>
          <a:xfrm rot="10800000">
            <a:off x="9669600" y="1314000"/>
            <a:ext cx="1080000" cy="1080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3_FACTOR_3_LABEL"/>
          <p:cNvSpPr txBox="1"/>
          <p:nvPr/>
        </p:nvSpPr>
        <p:spPr>
          <a:xfrm>
            <a:off x="896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3" name="S03_TEARDROP_4"/>
          <p:cNvSpPr/>
          <p:nvPr/>
        </p:nvSpPr>
        <p:spPr>
          <a:xfrm rot="10800000">
            <a:off x="1245600" y="3927600"/>
            <a:ext cx="1080000" cy="1080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3_FACTOR_4_LABEL"/>
          <p:cNvSpPr txBox="1"/>
          <p:nvPr/>
        </p:nvSpPr>
        <p:spPr>
          <a:xfrm>
            <a:off x="5363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5" name="S03_TEARDROP_5"/>
          <p:cNvSpPr/>
          <p:nvPr/>
        </p:nvSpPr>
        <p:spPr>
          <a:xfrm rot="10800000">
            <a:off x="5472000" y="3927600"/>
            <a:ext cx="1080000" cy="1080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3_FACTOR_5_LABEL"/>
          <p:cNvSpPr txBox="1"/>
          <p:nvPr/>
        </p:nvSpPr>
        <p:spPr>
          <a:xfrm>
            <a:off x="47627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7" name="S03_TEARDROP_6"/>
          <p:cNvSpPr/>
          <p:nvPr/>
        </p:nvSpPr>
        <p:spPr>
          <a:xfrm rot="10800000">
            <a:off x="9561600" y="3927600"/>
            <a:ext cx="1080000" cy="1080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3_FACTOR_6_LABEL"/>
          <p:cNvSpPr txBox="1"/>
          <p:nvPr/>
        </p:nvSpPr>
        <p:spPr>
          <a:xfrm>
            <a:off x="885240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059" y="1080000"/>
            <a:ext cx="5328000" cy="4644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04/11</a:t>
            </a:r>
          </a:p>
        </p:txBody>
      </p:sp>
      <p:sp>
        <p:nvSpPr>
          <p:cNvPr id="8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9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0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1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2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3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4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05/11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39600" y="2916000"/>
            <a:ext cx="24588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29600" y="2916000"/>
            <a:ext cx="24552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16000" y="2916000"/>
            <a:ext cx="2455200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0" name="S05_STEP_1_BULLET"/>
          <p:cNvSpPr/>
          <p:nvPr/>
        </p:nvSpPr>
        <p:spPr>
          <a:xfrm>
            <a:off x="608400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5_STEP_1_NUMBER"/>
          <p:cNvSpPr txBox="1"/>
          <p:nvPr/>
        </p:nvSpPr>
        <p:spPr>
          <a:xfrm>
            <a:off x="60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2" name="S05_STEP_1_PERIOD"/>
          <p:cNvSpPr txBox="1"/>
          <p:nvPr/>
        </p:nvSpPr>
        <p:spPr>
          <a:xfrm>
            <a:off x="60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3" name="S05_STEP_1_TITLE"/>
          <p:cNvSpPr txBox="1"/>
          <p:nvPr/>
        </p:nvSpPr>
        <p:spPr>
          <a:xfrm>
            <a:off x="60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4" name="S05_STEP_1_BODY"/>
          <p:cNvSpPr txBox="1"/>
          <p:nvPr/>
        </p:nvSpPr>
        <p:spPr>
          <a:xfrm>
            <a:off x="60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5" name="S05_STEP_2_BULLET"/>
          <p:cNvSpPr/>
          <p:nvPr/>
        </p:nvSpPr>
        <p:spPr>
          <a:xfrm>
            <a:off x="3398400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5_STEP_2_NUMBER"/>
          <p:cNvSpPr txBox="1"/>
          <p:nvPr/>
        </p:nvSpPr>
        <p:spPr>
          <a:xfrm>
            <a:off x="339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7" name="S05_STEP_2_PERIOD"/>
          <p:cNvSpPr txBox="1"/>
          <p:nvPr/>
        </p:nvSpPr>
        <p:spPr>
          <a:xfrm>
            <a:off x="339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8" name="S05_STEP_2_TITLE"/>
          <p:cNvSpPr txBox="1"/>
          <p:nvPr/>
        </p:nvSpPr>
        <p:spPr>
          <a:xfrm>
            <a:off x="339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19" name="S05_STEP_2_BODY"/>
          <p:cNvSpPr txBox="1"/>
          <p:nvPr/>
        </p:nvSpPr>
        <p:spPr>
          <a:xfrm>
            <a:off x="339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0" name="S05_STEP_3_BULLET"/>
          <p:cNvSpPr/>
          <p:nvPr/>
        </p:nvSpPr>
        <p:spPr>
          <a:xfrm>
            <a:off x="618480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5_STEP_3_NUMBER"/>
          <p:cNvSpPr txBox="1"/>
          <p:nvPr/>
        </p:nvSpPr>
        <p:spPr>
          <a:xfrm>
            <a:off x="61848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2" name="S05_STEP_3_PERIOD"/>
          <p:cNvSpPr txBox="1"/>
          <p:nvPr/>
        </p:nvSpPr>
        <p:spPr>
          <a:xfrm>
            <a:off x="61848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3" name="S05_STEP_3_TITLE"/>
          <p:cNvSpPr txBox="1"/>
          <p:nvPr/>
        </p:nvSpPr>
        <p:spPr>
          <a:xfrm>
            <a:off x="61848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4" name="S05_STEP_3_BODY"/>
          <p:cNvSpPr txBox="1"/>
          <p:nvPr/>
        </p:nvSpPr>
        <p:spPr>
          <a:xfrm>
            <a:off x="61848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05_STEP_4_BULLET"/>
          <p:cNvSpPr/>
          <p:nvPr/>
        </p:nvSpPr>
        <p:spPr>
          <a:xfrm>
            <a:off x="897120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5_STEP_4_NUMBER"/>
          <p:cNvSpPr txBox="1"/>
          <p:nvPr/>
        </p:nvSpPr>
        <p:spPr>
          <a:xfrm>
            <a:off x="89712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7" name="S05_STEP_4_PERIOD"/>
          <p:cNvSpPr txBox="1"/>
          <p:nvPr/>
        </p:nvSpPr>
        <p:spPr>
          <a:xfrm>
            <a:off x="89712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8" name="S05_STEP_4_TITLE"/>
          <p:cNvSpPr txBox="1"/>
          <p:nvPr/>
        </p:nvSpPr>
        <p:spPr>
          <a:xfrm>
            <a:off x="89712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29" name="S05_STEP_4_BODY"/>
          <p:cNvSpPr txBox="1"/>
          <p:nvPr/>
        </p:nvSpPr>
        <p:spPr>
          <a:xfrm>
            <a:off x="89712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06/11</a:t>
            </a:r>
          </a:p>
        </p:txBody>
      </p:sp>
      <p:sp>
        <p:nvSpPr>
          <p:cNvPr id="7" name="S06_HEADER_1_BG"/>
          <p:cNvSpPr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6_HEADER_C1"/>
          <p:cNvSpPr txBox="1"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9" name="S06_HEADER_2_BG"/>
          <p:cNvSpPr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6_HEADER_C2"/>
          <p:cNvSpPr txBox="1"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1" name="S06_HEADER_3_BG"/>
          <p:cNvSpPr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6_HEADER_C3"/>
          <p:cNvSpPr txBox="1"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3" name="S06_HEADER_4_BG"/>
          <p:cNvSpPr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6_HEADER_C4"/>
          <p:cNvSpPr txBox="1"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5" name="S06_HEADER_5_BG"/>
          <p:cNvSpPr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6_HEADER_C5"/>
          <p:cNvSpPr txBox="1"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7" name="S06_R1_BG"/>
          <p:cNvSpPr/>
          <p:nvPr/>
        </p:nvSpPr>
        <p:spPr>
          <a:xfrm>
            <a:off x="547200" y="23616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6_R1C1"/>
          <p:cNvSpPr txBox="1"/>
          <p:nvPr/>
        </p:nvSpPr>
        <p:spPr>
          <a:xfrm>
            <a:off x="547200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0" name="S06_R1C2"/>
          <p:cNvSpPr txBox="1"/>
          <p:nvPr/>
        </p:nvSpPr>
        <p:spPr>
          <a:xfrm>
            <a:off x="4172400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2" name="S06_R1C3"/>
          <p:cNvSpPr txBox="1"/>
          <p:nvPr/>
        </p:nvSpPr>
        <p:spPr>
          <a:xfrm>
            <a:off x="6256800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4" name="S06_R1C4"/>
          <p:cNvSpPr txBox="1"/>
          <p:nvPr/>
        </p:nvSpPr>
        <p:spPr>
          <a:xfrm>
            <a:off x="801360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6" name="S06_R1C5"/>
          <p:cNvSpPr txBox="1"/>
          <p:nvPr/>
        </p:nvSpPr>
        <p:spPr>
          <a:xfrm>
            <a:off x="1033200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8" name="S06_R2_BG"/>
          <p:cNvSpPr/>
          <p:nvPr/>
        </p:nvSpPr>
        <p:spPr>
          <a:xfrm>
            <a:off x="547200" y="2869200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6_R2C1"/>
          <p:cNvSpPr txBox="1"/>
          <p:nvPr/>
        </p:nvSpPr>
        <p:spPr>
          <a:xfrm>
            <a:off x="547200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1" name="S06_R2C2"/>
          <p:cNvSpPr txBox="1"/>
          <p:nvPr/>
        </p:nvSpPr>
        <p:spPr>
          <a:xfrm>
            <a:off x="4172400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3" name="S06_R2C3"/>
          <p:cNvSpPr txBox="1"/>
          <p:nvPr/>
        </p:nvSpPr>
        <p:spPr>
          <a:xfrm>
            <a:off x="6256800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5" name="S06_R2C4"/>
          <p:cNvSpPr txBox="1"/>
          <p:nvPr/>
        </p:nvSpPr>
        <p:spPr>
          <a:xfrm>
            <a:off x="801360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7" name="S06_R2C5"/>
          <p:cNvSpPr txBox="1"/>
          <p:nvPr/>
        </p:nvSpPr>
        <p:spPr>
          <a:xfrm>
            <a:off x="1033200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9" name="S06_R3_BG"/>
          <p:cNvSpPr/>
          <p:nvPr/>
        </p:nvSpPr>
        <p:spPr>
          <a:xfrm>
            <a:off x="547200" y="33768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6_R3C1"/>
          <p:cNvSpPr txBox="1"/>
          <p:nvPr/>
        </p:nvSpPr>
        <p:spPr>
          <a:xfrm>
            <a:off x="547200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2" name="S06_R3C2"/>
          <p:cNvSpPr txBox="1"/>
          <p:nvPr/>
        </p:nvSpPr>
        <p:spPr>
          <a:xfrm>
            <a:off x="4172400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4" name="S06_R3C3"/>
          <p:cNvSpPr txBox="1"/>
          <p:nvPr/>
        </p:nvSpPr>
        <p:spPr>
          <a:xfrm>
            <a:off x="6256800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6" name="S06_R3C4"/>
          <p:cNvSpPr txBox="1"/>
          <p:nvPr/>
        </p:nvSpPr>
        <p:spPr>
          <a:xfrm>
            <a:off x="801360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8" name="S06_R3C5"/>
          <p:cNvSpPr txBox="1"/>
          <p:nvPr/>
        </p:nvSpPr>
        <p:spPr>
          <a:xfrm>
            <a:off x="1033200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0" name="S06_R4_BG"/>
          <p:cNvSpPr/>
          <p:nvPr/>
        </p:nvSpPr>
        <p:spPr>
          <a:xfrm>
            <a:off x="547200" y="3884399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06_R4C1"/>
          <p:cNvSpPr txBox="1"/>
          <p:nvPr/>
        </p:nvSpPr>
        <p:spPr>
          <a:xfrm>
            <a:off x="547200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3" name="S06_R4C2"/>
          <p:cNvSpPr txBox="1"/>
          <p:nvPr/>
        </p:nvSpPr>
        <p:spPr>
          <a:xfrm>
            <a:off x="4172400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5" name="S06_R4C3"/>
          <p:cNvSpPr txBox="1"/>
          <p:nvPr/>
        </p:nvSpPr>
        <p:spPr>
          <a:xfrm>
            <a:off x="6256800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7" name="S06_R4C4"/>
          <p:cNvSpPr txBox="1"/>
          <p:nvPr/>
        </p:nvSpPr>
        <p:spPr>
          <a:xfrm>
            <a:off x="801360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9" name="S06_R4C5"/>
          <p:cNvSpPr txBox="1"/>
          <p:nvPr/>
        </p:nvSpPr>
        <p:spPr>
          <a:xfrm>
            <a:off x="1033200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07/11</a:t>
            </a:r>
          </a:p>
        </p:txBody>
      </p:sp>
      <p:sp>
        <p:nvSpPr>
          <p:cNvPr id="7" name="S07_KPI_1_CARD"/>
          <p:cNvSpPr/>
          <p:nvPr/>
        </p:nvSpPr>
        <p:spPr>
          <a:xfrm>
            <a:off x="381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7_KPI_1_LABEL"/>
          <p:cNvSpPr txBox="1"/>
          <p:nvPr/>
        </p:nvSpPr>
        <p:spPr>
          <a:xfrm>
            <a:off x="4212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9" name="S07_KPI_1_SUBLABEL"/>
          <p:cNvSpPr txBox="1"/>
          <p:nvPr/>
        </p:nvSpPr>
        <p:spPr>
          <a:xfrm>
            <a:off x="4212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0" name="S07_KPI_2_CARD"/>
          <p:cNvSpPr/>
          <p:nvPr/>
        </p:nvSpPr>
        <p:spPr>
          <a:xfrm>
            <a:off x="22644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7_KPI_2_LABEL"/>
          <p:cNvSpPr txBox="1"/>
          <p:nvPr/>
        </p:nvSpPr>
        <p:spPr>
          <a:xfrm>
            <a:off x="23040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2" name="S07_KPI_2_SUBLABEL"/>
          <p:cNvSpPr txBox="1"/>
          <p:nvPr/>
        </p:nvSpPr>
        <p:spPr>
          <a:xfrm>
            <a:off x="23040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3" name="S07_KPI_3_CARD"/>
          <p:cNvSpPr/>
          <p:nvPr/>
        </p:nvSpPr>
        <p:spPr>
          <a:xfrm>
            <a:off x="4143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7_KPI_3_LABEL"/>
          <p:cNvSpPr txBox="1"/>
          <p:nvPr/>
        </p:nvSpPr>
        <p:spPr>
          <a:xfrm>
            <a:off x="418319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5" name="S07_KPI_3_SUBLABEL"/>
          <p:cNvSpPr txBox="1"/>
          <p:nvPr/>
        </p:nvSpPr>
        <p:spPr>
          <a:xfrm>
            <a:off x="418319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6" name="S07_KPI_4_CARD"/>
          <p:cNvSpPr/>
          <p:nvPr/>
        </p:nvSpPr>
        <p:spPr>
          <a:xfrm>
            <a:off x="6022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7_KPI_4_LABEL"/>
          <p:cNvSpPr txBox="1"/>
          <p:nvPr/>
        </p:nvSpPr>
        <p:spPr>
          <a:xfrm>
            <a:off x="6062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8" name="S07_KPI_4_SUBLABEL"/>
          <p:cNvSpPr txBox="1"/>
          <p:nvPr/>
        </p:nvSpPr>
        <p:spPr>
          <a:xfrm>
            <a:off x="6062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19" name="S07_KPI_5_CARD"/>
          <p:cNvSpPr/>
          <p:nvPr/>
        </p:nvSpPr>
        <p:spPr>
          <a:xfrm>
            <a:off x="79020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7_KPI_5_LABEL"/>
          <p:cNvSpPr txBox="1"/>
          <p:nvPr/>
        </p:nvSpPr>
        <p:spPr>
          <a:xfrm>
            <a:off x="79416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1" name="S07_KPI_5_SUBLABEL"/>
          <p:cNvSpPr txBox="1"/>
          <p:nvPr/>
        </p:nvSpPr>
        <p:spPr>
          <a:xfrm>
            <a:off x="79416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2" name="S07_KPI_6_CARD"/>
          <p:cNvSpPr/>
          <p:nvPr/>
        </p:nvSpPr>
        <p:spPr>
          <a:xfrm>
            <a:off x="9784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07_KPI_6_LABEL"/>
          <p:cNvSpPr txBox="1"/>
          <p:nvPr/>
        </p:nvSpPr>
        <p:spPr>
          <a:xfrm>
            <a:off x="9824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4" name="S07_KPI_6_SUBLABEL"/>
          <p:cNvSpPr txBox="1"/>
          <p:nvPr/>
        </p:nvSpPr>
        <p:spPr>
          <a:xfrm>
            <a:off x="9824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7_SECTION_LABEL"/>
          <p:cNvSpPr txBox="1"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7" name="S07_BAR_1_LABEL"/>
          <p:cNvSpPr txBox="1"/>
          <p:nvPr/>
        </p:nvSpPr>
        <p:spPr>
          <a:xfrm>
            <a:off x="381600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8" name="S07_BAR_1_BAR"/>
          <p:cNvSpPr/>
          <p:nvPr/>
        </p:nvSpPr>
        <p:spPr>
          <a:xfrm>
            <a:off x="2951999" y="3704399"/>
            <a:ext cx="7343999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7_BAR_1_VALUE"/>
          <p:cNvSpPr txBox="1"/>
          <p:nvPr/>
        </p:nvSpPr>
        <p:spPr>
          <a:xfrm>
            <a:off x="1033200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0" name="S07_BAR_2_LABEL"/>
          <p:cNvSpPr txBox="1"/>
          <p:nvPr/>
        </p:nvSpPr>
        <p:spPr>
          <a:xfrm>
            <a:off x="381600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1" name="S07_BAR_2_BAR"/>
          <p:cNvSpPr/>
          <p:nvPr/>
        </p:nvSpPr>
        <p:spPr>
          <a:xfrm>
            <a:off x="2951999" y="4176000"/>
            <a:ext cx="5356800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7_BAR_2_VALUE"/>
          <p:cNvSpPr txBox="1"/>
          <p:nvPr/>
        </p:nvSpPr>
        <p:spPr>
          <a:xfrm>
            <a:off x="834480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3" name="S07_BAR_3_LABEL"/>
          <p:cNvSpPr txBox="1"/>
          <p:nvPr/>
        </p:nvSpPr>
        <p:spPr>
          <a:xfrm>
            <a:off x="381600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4" name="S07_BAR_3_BAR"/>
          <p:cNvSpPr/>
          <p:nvPr/>
        </p:nvSpPr>
        <p:spPr>
          <a:xfrm>
            <a:off x="2951999" y="4636800"/>
            <a:ext cx="3542400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7_BAR_3_VALUE"/>
          <p:cNvSpPr txBox="1"/>
          <p:nvPr/>
        </p:nvSpPr>
        <p:spPr>
          <a:xfrm>
            <a:off x="653040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6" name="S07_BAR_4_LABEL"/>
          <p:cNvSpPr txBox="1"/>
          <p:nvPr/>
        </p:nvSpPr>
        <p:spPr>
          <a:xfrm>
            <a:off x="381600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7" name="S07_BAR_4_BAR"/>
          <p:cNvSpPr/>
          <p:nvPr/>
        </p:nvSpPr>
        <p:spPr>
          <a:xfrm>
            <a:off x="2951999" y="5097600"/>
            <a:ext cx="6739200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07_BAR_4_VALUE"/>
          <p:cNvSpPr txBox="1"/>
          <p:nvPr/>
        </p:nvSpPr>
        <p:spPr>
          <a:xfrm>
            <a:off x="972720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39" name="S07_BAR_5_LABEL"/>
          <p:cNvSpPr txBox="1"/>
          <p:nvPr/>
        </p:nvSpPr>
        <p:spPr>
          <a:xfrm>
            <a:off x="381600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0" name="S07_BAR_5_BAR"/>
          <p:cNvSpPr/>
          <p:nvPr/>
        </p:nvSpPr>
        <p:spPr>
          <a:xfrm>
            <a:off x="2951999" y="5536800"/>
            <a:ext cx="777600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7_BAR_5_VALUE"/>
          <p:cNvSpPr txBox="1"/>
          <p:nvPr/>
        </p:nvSpPr>
        <p:spPr>
          <a:xfrm>
            <a:off x="1076400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08/11</a:t>
            </a:r>
          </a:p>
        </p:txBody>
      </p:sp>
      <p:sp>
        <p:nvSpPr>
          <p:cNvPr id="7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8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9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0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3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6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7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8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1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2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3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6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7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8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1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2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3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6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7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09/11</a:t>
            </a:r>
          </a:p>
        </p:txBody>
      </p:sp>
      <p:sp>
        <p:nvSpPr>
          <p:cNvPr id="7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9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0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1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3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4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5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7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8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19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1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2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3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5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6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7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9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0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1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3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4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5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7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8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39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1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2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3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5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6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7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9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0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1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3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4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10/11</a:t>
            </a:r>
          </a:p>
        </p:txBody>
      </p:sp>
      <p:sp>
        <p:nvSpPr>
          <p:cNvPr id="7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S10_PHASE_1_CARD"/>
          <p:cNvSpPr/>
          <p:nvPr/>
        </p:nvSpPr>
        <p:spPr>
          <a:xfrm>
            <a:off x="2028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10_PHASE_1_BAND"/>
          <p:cNvSpPr/>
          <p:nvPr/>
        </p:nvSpPr>
        <p:spPr>
          <a:xfrm>
            <a:off x="202859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NUMBER"/>
          <p:cNvSpPr/>
          <p:nvPr/>
        </p:nvSpPr>
        <p:spPr>
          <a:xfrm>
            <a:off x="274859" y="1665000"/>
            <a:ext cx="410399" cy="410399"/>
          </a:xfrm>
          <a:prstGeom prst="ellipse">
            <a:avLst/>
          </a:prstGeom>
          <a:solidFill>
            <a:srgbClr val="6A5D79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S10_PHASE_1_TITLE"/>
          <p:cNvSpPr txBox="1"/>
          <p:nvPr/>
        </p:nvSpPr>
        <p:spPr>
          <a:xfrm>
            <a:off x="8364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2" name="S10_PHASE_1_SUBTITLE"/>
          <p:cNvSpPr txBox="1"/>
          <p:nvPr/>
        </p:nvSpPr>
        <p:spPr>
          <a:xfrm>
            <a:off x="8364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3" name="S10_PHASE_1_ITEM_1_BULLET"/>
          <p:cNvSpPr/>
          <p:nvPr/>
        </p:nvSpPr>
        <p:spPr>
          <a:xfrm>
            <a:off x="382859" y="23975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10_PHASE_1_ITEM_1_TITLE"/>
          <p:cNvSpPr txBox="1"/>
          <p:nvPr/>
        </p:nvSpPr>
        <p:spPr>
          <a:xfrm>
            <a:off x="5700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5" name="S10_PHASE_1_ITEM_1_BODY"/>
          <p:cNvSpPr txBox="1"/>
          <p:nvPr/>
        </p:nvSpPr>
        <p:spPr>
          <a:xfrm>
            <a:off x="5700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68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7" name="S10_PHASE_1_ITEM_2_BULLET"/>
          <p:cNvSpPr/>
          <p:nvPr/>
        </p:nvSpPr>
        <p:spPr>
          <a:xfrm>
            <a:off x="382859" y="35243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10_PHASE_1_ITEM_2_TITLE"/>
          <p:cNvSpPr txBox="1"/>
          <p:nvPr/>
        </p:nvSpPr>
        <p:spPr>
          <a:xfrm>
            <a:off x="5700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10_PHASE_1_ITEM_2_BODY"/>
          <p:cNvSpPr txBox="1"/>
          <p:nvPr/>
        </p:nvSpPr>
        <p:spPr>
          <a:xfrm>
            <a:off x="5700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68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1" name="S10_PHASE_1_ITEM_3_BULLET"/>
          <p:cNvSpPr/>
          <p:nvPr/>
        </p:nvSpPr>
        <p:spPr>
          <a:xfrm>
            <a:off x="382859" y="465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10_PHASE_1_ITEM_3_TITLE"/>
          <p:cNvSpPr txBox="1"/>
          <p:nvPr/>
        </p:nvSpPr>
        <p:spPr>
          <a:xfrm>
            <a:off x="5700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3" name="S10_PHASE_1_ITEM_3_BODY"/>
          <p:cNvSpPr txBox="1"/>
          <p:nvPr/>
        </p:nvSpPr>
        <p:spPr>
          <a:xfrm>
            <a:off x="5700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4" name="S10_PHASE_2_CARD"/>
          <p:cNvSpPr/>
          <p:nvPr/>
        </p:nvSpPr>
        <p:spPr>
          <a:xfrm>
            <a:off x="42060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10_PHASE_2_BAND"/>
          <p:cNvSpPr/>
          <p:nvPr/>
        </p:nvSpPr>
        <p:spPr>
          <a:xfrm>
            <a:off x="4206059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NUMBER"/>
          <p:cNvSpPr/>
          <p:nvPr/>
        </p:nvSpPr>
        <p:spPr>
          <a:xfrm>
            <a:off x="4278059" y="1665000"/>
            <a:ext cx="410399" cy="410399"/>
          </a:xfrm>
          <a:prstGeom prst="ellipse">
            <a:avLst/>
          </a:prstGeom>
          <a:solidFill>
            <a:srgbClr val="A25871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S10_PHASE_2_TITLE"/>
          <p:cNvSpPr txBox="1"/>
          <p:nvPr/>
        </p:nvSpPr>
        <p:spPr>
          <a:xfrm>
            <a:off x="48396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8" name="S10_PHASE_2_SUBTITLE"/>
          <p:cNvSpPr txBox="1"/>
          <p:nvPr/>
        </p:nvSpPr>
        <p:spPr>
          <a:xfrm>
            <a:off x="48396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29" name="S10_PHASE_2_ITEM_1_BULLET"/>
          <p:cNvSpPr/>
          <p:nvPr/>
        </p:nvSpPr>
        <p:spPr>
          <a:xfrm>
            <a:off x="4386059" y="23975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10_PHASE_2_ITEM_1_TITLE"/>
          <p:cNvSpPr txBox="1"/>
          <p:nvPr/>
        </p:nvSpPr>
        <p:spPr>
          <a:xfrm>
            <a:off x="45732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1" name="S10_PHASE_2_ITEM_1_BODY"/>
          <p:cNvSpPr txBox="1"/>
          <p:nvPr/>
        </p:nvSpPr>
        <p:spPr>
          <a:xfrm>
            <a:off x="45732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500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3" name="S10_PHASE_2_ITEM_2_BULLET"/>
          <p:cNvSpPr/>
          <p:nvPr/>
        </p:nvSpPr>
        <p:spPr>
          <a:xfrm>
            <a:off x="4386059" y="35243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10_PHASE_2_ITEM_2_TITLE"/>
          <p:cNvSpPr txBox="1"/>
          <p:nvPr/>
        </p:nvSpPr>
        <p:spPr>
          <a:xfrm>
            <a:off x="45732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5" name="S10_PHASE_2_ITEM_2_BODY"/>
          <p:cNvSpPr txBox="1"/>
          <p:nvPr/>
        </p:nvSpPr>
        <p:spPr>
          <a:xfrm>
            <a:off x="45732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500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7" name="S10_PHASE_2_ITEM_3_BULLET"/>
          <p:cNvSpPr/>
          <p:nvPr/>
        </p:nvSpPr>
        <p:spPr>
          <a:xfrm>
            <a:off x="4386059" y="465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10_PHASE_2_ITEM_3_TITLE"/>
          <p:cNvSpPr txBox="1"/>
          <p:nvPr/>
        </p:nvSpPr>
        <p:spPr>
          <a:xfrm>
            <a:off x="45732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39" name="S10_PHASE_2_ITEM_3_BODY"/>
          <p:cNvSpPr txBox="1"/>
          <p:nvPr/>
        </p:nvSpPr>
        <p:spPr>
          <a:xfrm>
            <a:off x="45732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0" name="S10_PHASE_3_CARD"/>
          <p:cNvSpPr/>
          <p:nvPr/>
        </p:nvSpPr>
        <p:spPr>
          <a:xfrm>
            <a:off x="82092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10_PHASE_3_BAND"/>
          <p:cNvSpPr/>
          <p:nvPr/>
        </p:nvSpPr>
        <p:spPr>
          <a:xfrm>
            <a:off x="8209259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NUMBER"/>
          <p:cNvSpPr/>
          <p:nvPr/>
        </p:nvSpPr>
        <p:spPr>
          <a:xfrm>
            <a:off x="8281259" y="1665000"/>
            <a:ext cx="410399" cy="410399"/>
          </a:xfrm>
          <a:prstGeom prst="ellipse">
            <a:avLst/>
          </a:prstGeom>
          <a:solidFill>
            <a:srgbClr val="FDA85B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3" name="S10_PHASE_3_TITLE"/>
          <p:cNvSpPr txBox="1"/>
          <p:nvPr/>
        </p:nvSpPr>
        <p:spPr>
          <a:xfrm>
            <a:off x="884286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4" name="S10_PHASE_3_SUBTITLE"/>
          <p:cNvSpPr txBox="1"/>
          <p:nvPr/>
        </p:nvSpPr>
        <p:spPr>
          <a:xfrm>
            <a:off x="884286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5" name="S10_PHASE_3_ITEM_1_BULLET"/>
          <p:cNvSpPr/>
          <p:nvPr/>
        </p:nvSpPr>
        <p:spPr>
          <a:xfrm>
            <a:off x="8389259" y="23975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10_PHASE_3_ITEM_1_TITLE"/>
          <p:cNvSpPr txBox="1"/>
          <p:nvPr/>
        </p:nvSpPr>
        <p:spPr>
          <a:xfrm>
            <a:off x="85764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7" name="S10_PHASE_3_ITEM_1_BODY"/>
          <p:cNvSpPr txBox="1"/>
          <p:nvPr/>
        </p:nvSpPr>
        <p:spPr>
          <a:xfrm>
            <a:off x="85764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532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49" name="S10_PHASE_3_ITEM_2_BULLET"/>
          <p:cNvSpPr/>
          <p:nvPr/>
        </p:nvSpPr>
        <p:spPr>
          <a:xfrm>
            <a:off x="8389259" y="35243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10_PHASE_3_ITEM_2_TITLE"/>
          <p:cNvSpPr txBox="1"/>
          <p:nvPr/>
        </p:nvSpPr>
        <p:spPr>
          <a:xfrm>
            <a:off x="85764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1" name="S10_PHASE_3_ITEM_2_BODY"/>
          <p:cNvSpPr txBox="1"/>
          <p:nvPr/>
        </p:nvSpPr>
        <p:spPr>
          <a:xfrm>
            <a:off x="85764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532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3" name="S10_PHASE_3_ITEM_3_BULLET"/>
          <p:cNvSpPr/>
          <p:nvPr/>
        </p:nvSpPr>
        <p:spPr>
          <a:xfrm>
            <a:off x="8389259" y="465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10_PHASE_3_ITEM_3_TITLE"/>
          <p:cNvSpPr txBox="1"/>
          <p:nvPr/>
        </p:nvSpPr>
        <p:spPr>
          <a:xfrm>
            <a:off x="85764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5" name="S10_PHASE_3_ITEM_3_BODY"/>
          <p:cNvSpPr txBox="1"/>
          <p:nvPr/>
        </p:nvSpPr>
        <p:spPr>
          <a:xfrm>
            <a:off x="85764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6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11/11</a:t>
            </a:r>
          </a:p>
        </p:txBody>
      </p:sp>
      <p:sp>
        <p:nvSpPr>
          <p:cNvPr id="7" name="S11_BLOCK_1_ACCENT_BAR"/>
          <p:cNvSpPr/>
          <p:nvPr/>
        </p:nvSpPr>
        <p:spPr>
          <a:xfrm>
            <a:off x="392400" y="1098000"/>
            <a:ext cx="36000" cy="1512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11_BLOCK_1_NUMBER"/>
          <p:cNvSpPr txBox="1"/>
          <p:nvPr/>
        </p:nvSpPr>
        <p:spPr>
          <a:xfrm>
            <a:off x="648000" y="90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BBB4C4">
                    <a:alpha val="40000"/>
                  </a:srgbClr>
                </a:solidFill>
              </a:rPr>
              <a:t>01</a:t>
            </a:r>
          </a:p>
        </p:txBody>
      </p:sp>
      <p:sp>
        <p:nvSpPr>
          <p:cNvPr id="9" name="S11_BLOCK_1_TITLE"/>
          <p:cNvSpPr txBox="1"/>
          <p:nvPr/>
        </p:nvSpPr>
        <p:spPr>
          <a:xfrm>
            <a:off x="720000" y="118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0" name="S11_BLOCK_1_BODY"/>
          <p:cNvSpPr txBox="1"/>
          <p:nvPr/>
        </p:nvSpPr>
        <p:spPr>
          <a:xfrm>
            <a:off x="720000" y="162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11_BLOCK_2_ACCENT_BAR"/>
          <p:cNvSpPr/>
          <p:nvPr/>
        </p:nvSpPr>
        <p:spPr>
          <a:xfrm>
            <a:off x="392400" y="2718000"/>
            <a:ext cx="36000" cy="1512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11_BLOCK_2_NUMBER"/>
          <p:cNvSpPr txBox="1"/>
          <p:nvPr/>
        </p:nvSpPr>
        <p:spPr>
          <a:xfrm>
            <a:off x="648000" y="252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D5B3BE">
                    <a:alpha val="40000"/>
                  </a:srgbClr>
                </a:solidFill>
              </a:rPr>
              <a:t>02</a:t>
            </a:r>
          </a:p>
        </p:txBody>
      </p:sp>
      <p:sp>
        <p:nvSpPr>
          <p:cNvPr id="13" name="S11_BLOCK_2_TITLE"/>
          <p:cNvSpPr txBox="1"/>
          <p:nvPr/>
        </p:nvSpPr>
        <p:spPr>
          <a:xfrm>
            <a:off x="720000" y="2818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4" name="S11_BLOCK_2_BODY"/>
          <p:cNvSpPr txBox="1"/>
          <p:nvPr/>
        </p:nvSpPr>
        <p:spPr>
          <a:xfrm>
            <a:off x="720000" y="3250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5" name="S11_BLOCK_3_ACCENT_BAR"/>
          <p:cNvSpPr/>
          <p:nvPr/>
        </p:nvSpPr>
        <p:spPr>
          <a:xfrm>
            <a:off x="392400" y="4338000"/>
            <a:ext cx="36000" cy="1512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11_BLOCK_3_NUMBER"/>
          <p:cNvSpPr txBox="1"/>
          <p:nvPr/>
        </p:nvSpPr>
        <p:spPr>
          <a:xfrm>
            <a:off x="648000" y="414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FEE3CA">
                    <a:alpha val="40000"/>
                  </a:srgbClr>
                </a:solidFill>
              </a:rPr>
              <a:t>03</a:t>
            </a:r>
          </a:p>
        </p:txBody>
      </p:sp>
      <p:sp>
        <p:nvSpPr>
          <p:cNvPr id="17" name="S11_BLOCK_3_TITLE"/>
          <p:cNvSpPr txBox="1"/>
          <p:nvPr/>
        </p:nvSpPr>
        <p:spPr>
          <a:xfrm>
            <a:off x="720000" y="442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8" name="S11_BLOCK_3_BODY"/>
          <p:cNvSpPr txBox="1"/>
          <p:nvPr/>
        </p:nvSpPr>
        <p:spPr>
          <a:xfrm>
            <a:off x="720000" y="486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