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172400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256800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801360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33200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547200" y="2869200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547200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172400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256800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801360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33200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547200" y="33768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547200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172400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256800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801360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33200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547200" y="3884399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547200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172400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256800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801360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33200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474E67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474E67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6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7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1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29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0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1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2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3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1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5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6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1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8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39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1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512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980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09_RISK_1_TITLE"/>
          <p:cNvSpPr txBox="1"/>
          <p:nvPr/>
        </p:nvSpPr>
        <p:spPr>
          <a:xfrm>
            <a:off x="5832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 txBox="1"/>
          <p:nvPr/>
        </p:nvSpPr>
        <p:spPr>
          <a:xfrm>
            <a:off x="5832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2232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 txBox="1"/>
          <p:nvPr/>
        </p:nvSpPr>
        <p:spPr>
          <a:xfrm>
            <a:off x="2232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9072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652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2120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9_RISK_2_TITLE"/>
          <p:cNvSpPr txBox="1"/>
          <p:nvPr/>
        </p:nvSpPr>
        <p:spPr>
          <a:xfrm>
            <a:off x="45972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 txBox="1"/>
          <p:nvPr/>
        </p:nvSpPr>
        <p:spPr>
          <a:xfrm>
            <a:off x="45972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2372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372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 txBox="1"/>
          <p:nvPr/>
        </p:nvSpPr>
        <p:spPr>
          <a:xfrm>
            <a:off x="42372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9212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75600" y="1260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222400" y="1440000"/>
            <a:ext cx="306000" cy="306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9_RISK_3_TITLE"/>
          <p:cNvSpPr txBox="1"/>
          <p:nvPr/>
        </p:nvSpPr>
        <p:spPr>
          <a:xfrm>
            <a:off x="8607600" y="1386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 txBox="1"/>
          <p:nvPr/>
        </p:nvSpPr>
        <p:spPr>
          <a:xfrm>
            <a:off x="8607600" y="1663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247600" y="1908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47600" y="2448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 txBox="1"/>
          <p:nvPr/>
        </p:nvSpPr>
        <p:spPr>
          <a:xfrm>
            <a:off x="8247600" y="2556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31600" y="2556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512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980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09_OPP_1_TITLE"/>
          <p:cNvSpPr txBox="1"/>
          <p:nvPr/>
        </p:nvSpPr>
        <p:spPr>
          <a:xfrm>
            <a:off x="5832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 txBox="1"/>
          <p:nvPr/>
        </p:nvSpPr>
        <p:spPr>
          <a:xfrm>
            <a:off x="5832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2232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232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 txBox="1"/>
          <p:nvPr/>
        </p:nvSpPr>
        <p:spPr>
          <a:xfrm>
            <a:off x="2232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9072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652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2120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9_OPP_2_TITLE"/>
          <p:cNvSpPr txBox="1"/>
          <p:nvPr/>
        </p:nvSpPr>
        <p:spPr>
          <a:xfrm>
            <a:off x="45972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 txBox="1"/>
          <p:nvPr/>
        </p:nvSpPr>
        <p:spPr>
          <a:xfrm>
            <a:off x="45972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2372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372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 txBox="1"/>
          <p:nvPr/>
        </p:nvSpPr>
        <p:spPr>
          <a:xfrm>
            <a:off x="42372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9212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75600" y="3708000"/>
            <a:ext cx="3798000" cy="21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222400" y="3888000"/>
            <a:ext cx="306000" cy="306000"/>
          </a:xfrm>
          <a:prstGeom prst="ellipse">
            <a:avLst/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09_OPP_3_TITLE"/>
          <p:cNvSpPr txBox="1"/>
          <p:nvPr/>
        </p:nvSpPr>
        <p:spPr>
          <a:xfrm>
            <a:off x="8607600" y="3834000"/>
            <a:ext cx="3240000" cy="27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 txBox="1"/>
          <p:nvPr/>
        </p:nvSpPr>
        <p:spPr>
          <a:xfrm>
            <a:off x="8607600" y="4111200"/>
            <a:ext cx="14400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247600" y="4356000"/>
            <a:ext cx="3654000" cy="43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47600" y="4896000"/>
            <a:ext cx="36540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 txBox="1"/>
          <p:nvPr/>
        </p:nvSpPr>
        <p:spPr>
          <a:xfrm>
            <a:off x="8247600" y="5004000"/>
            <a:ext cx="615600" cy="19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31600" y="5004000"/>
            <a:ext cx="2970000" cy="360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1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19600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 txBox="1"/>
          <p:nvPr/>
        </p:nvSpPr>
        <p:spPr>
          <a:xfrm>
            <a:off x="280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53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53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99599" y="23400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86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86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3600" y="29555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99599" y="33408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86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86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3600" y="3956399"/>
            <a:ext cx="3491999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99599" y="447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86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86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48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4800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 txBox="1"/>
          <p:nvPr/>
        </p:nvSpPr>
        <p:spPr>
          <a:xfrm>
            <a:off x="43056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780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780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4800" y="23400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6080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6080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48800" y="29555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4800" y="33408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6080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6080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48800" y="3956399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4800" y="447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6080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6080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29600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29600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 txBox="1"/>
          <p:nvPr/>
        </p:nvSpPr>
        <p:spPr>
          <a:xfrm>
            <a:off x="8326800" y="1548000"/>
            <a:ext cx="511200" cy="51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9920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9920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409600" y="23400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632800" y="22680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632800" y="26136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73599" y="29555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409600" y="33408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632800" y="3268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632800" y="36143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73599" y="3956399"/>
            <a:ext cx="3492001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409600" y="447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632800" y="43992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632800" y="47448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36000" cy="1512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11_BLOCK_1_NUMBER"/>
          <p:cNvSpPr txBox="1"/>
          <p:nvPr/>
        </p:nvSpPr>
        <p:spPr>
          <a:xfrm>
            <a:off x="648000" y="90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BBB4C4">
                    <a:alpha val="40000"/>
                  </a:srgbClr>
                </a:solidFill>
              </a:rPr>
              <a:t>01</a:t>
            </a:r>
          </a:p>
        </p:txBody>
      </p:sp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36000" cy="1512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11_BLOCK_2_NUMBER"/>
          <p:cNvSpPr txBox="1"/>
          <p:nvPr/>
        </p:nvSpPr>
        <p:spPr>
          <a:xfrm>
            <a:off x="648000" y="252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D5B3BE">
                    <a:alpha val="40000"/>
                  </a:srgbClr>
                </a:solidFill>
              </a:rPr>
              <a:t>02</a:t>
            </a:r>
          </a:p>
        </p:txBody>
      </p:sp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36000" cy="1512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11_BLOCK_3_NUMBER"/>
          <p:cNvSpPr txBox="1"/>
          <p:nvPr/>
        </p:nvSpPr>
        <p:spPr>
          <a:xfrm>
            <a:off x="648000" y="4140000"/>
            <a:ext cx="1440000" cy="792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7200" b="1" i="0">
                <a:latin typeface="Segoe UI Black"/>
                <a:solidFill>
                  <a:srgbClr val="FEE3CA">
                    <a:alpha val="40000"/>
                  </a:srgbClr>
                </a:solidFill>
              </a:rPr>
              <a:t>03</a:t>
            </a:r>
          </a:p>
        </p:txBody>
      </p:sp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