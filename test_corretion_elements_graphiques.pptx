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01/11</a:t>
            </a:r>
          </a:p>
        </p:txBody>
      </p:sp>
      <p:sp>
        <p:nvSpPr>
          <p:cNvPr id="7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9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0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2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3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4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6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7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8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0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1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02/11</a:t>
            </a:r>
          </a:p>
        </p:txBody>
      </p:sp>
      <p:sp>
        <p:nvSpPr>
          <p:cNvPr id="7" name="S02_SEP_1"/>
          <p:cNvSpPr/>
          <p:nvPr/>
        </p:nvSpPr>
        <p:spPr>
          <a:xfrm>
            <a:off x="607859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2_COL_1_TITLE"/>
          <p:cNvSpPr txBox="1"/>
          <p:nvPr/>
        </p:nvSpPr>
        <p:spPr>
          <a:xfrm>
            <a:off x="849059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9" name="S02_COL_1_BODY"/>
          <p:cNvSpPr txBox="1"/>
          <p:nvPr/>
        </p:nvSpPr>
        <p:spPr>
          <a:xfrm>
            <a:off x="849059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2_SEP_2"/>
          <p:cNvSpPr/>
          <p:nvPr/>
        </p:nvSpPr>
        <p:spPr>
          <a:xfrm>
            <a:off x="4355459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2_COL_2_TITLE"/>
          <p:cNvSpPr txBox="1"/>
          <p:nvPr/>
        </p:nvSpPr>
        <p:spPr>
          <a:xfrm>
            <a:off x="4596659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2" name="S02_COL_2_BODY"/>
          <p:cNvSpPr txBox="1"/>
          <p:nvPr/>
        </p:nvSpPr>
        <p:spPr>
          <a:xfrm>
            <a:off x="4596659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3" name="S02_SEP_3"/>
          <p:cNvSpPr/>
          <p:nvPr/>
        </p:nvSpPr>
        <p:spPr>
          <a:xfrm>
            <a:off x="8103059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2_COL_3_TITLE"/>
          <p:cNvSpPr txBox="1"/>
          <p:nvPr/>
        </p:nvSpPr>
        <p:spPr>
          <a:xfrm>
            <a:off x="834426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5" name="S02_COL_3_BODY"/>
          <p:cNvSpPr txBox="1"/>
          <p:nvPr/>
        </p:nvSpPr>
        <p:spPr>
          <a:xfrm>
            <a:off x="834426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03/11</a:t>
            </a:r>
          </a:p>
        </p:txBody>
      </p:sp>
      <p:sp>
        <p:nvSpPr>
          <p:cNvPr id="7" name="S03_TEARDROP_1"/>
          <p:cNvSpPr/>
          <p:nvPr/>
        </p:nvSpPr>
        <p:spPr>
          <a:xfrm rot="10800000">
            <a:off x="1336859" y="1292400"/>
            <a:ext cx="1080000" cy="1080000"/>
          </a:xfrm>
          <a:prstGeom prst="teardrop">
            <a:avLst/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3_FACTOR_1_LABEL"/>
          <p:cNvSpPr txBox="1"/>
          <p:nvPr/>
        </p:nvSpPr>
        <p:spPr>
          <a:xfrm>
            <a:off x="62765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9" name="S03_TEARDROP_2"/>
          <p:cNvSpPr/>
          <p:nvPr/>
        </p:nvSpPr>
        <p:spPr>
          <a:xfrm rot="10800000">
            <a:off x="5635260" y="1314000"/>
            <a:ext cx="1080000" cy="1080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3_FACTOR_2_LABEL"/>
          <p:cNvSpPr txBox="1"/>
          <p:nvPr/>
        </p:nvSpPr>
        <p:spPr>
          <a:xfrm>
            <a:off x="492606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1" name="S03_TEARDROP_3"/>
          <p:cNvSpPr/>
          <p:nvPr/>
        </p:nvSpPr>
        <p:spPr>
          <a:xfrm rot="10800000">
            <a:off x="9775260" y="1314000"/>
            <a:ext cx="1080000" cy="1080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3_FACTOR_3_LABEL"/>
          <p:cNvSpPr txBox="1"/>
          <p:nvPr/>
        </p:nvSpPr>
        <p:spPr>
          <a:xfrm>
            <a:off x="906606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3" name="S03_TEARDROP_4"/>
          <p:cNvSpPr/>
          <p:nvPr/>
        </p:nvSpPr>
        <p:spPr>
          <a:xfrm rot="10800000">
            <a:off x="1351259" y="3927600"/>
            <a:ext cx="1080000" cy="1080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3_FACTOR_4_LABEL"/>
          <p:cNvSpPr txBox="1"/>
          <p:nvPr/>
        </p:nvSpPr>
        <p:spPr>
          <a:xfrm>
            <a:off x="64205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5" name="S03_TEARDROP_5"/>
          <p:cNvSpPr/>
          <p:nvPr/>
        </p:nvSpPr>
        <p:spPr>
          <a:xfrm rot="10800000">
            <a:off x="5577660" y="3927600"/>
            <a:ext cx="1080000" cy="1080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3_FACTOR_5_LABEL"/>
          <p:cNvSpPr txBox="1"/>
          <p:nvPr/>
        </p:nvSpPr>
        <p:spPr>
          <a:xfrm>
            <a:off x="486845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7" name="S03_TEARDROP_6"/>
          <p:cNvSpPr/>
          <p:nvPr/>
        </p:nvSpPr>
        <p:spPr>
          <a:xfrm rot="10800000">
            <a:off x="9667259" y="3927600"/>
            <a:ext cx="1080000" cy="1080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3_FACTOR_6_LABEL"/>
          <p:cNvSpPr txBox="1"/>
          <p:nvPr/>
        </p:nvSpPr>
        <p:spPr>
          <a:xfrm>
            <a:off x="895806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459" y="1080000"/>
            <a:ext cx="5929200" cy="4860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04/11</a:t>
            </a:r>
          </a:p>
        </p:txBody>
      </p:sp>
      <p:sp>
        <p:nvSpPr>
          <p:cNvPr id="8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9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0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1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2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3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4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05/11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10459" y="2462400"/>
            <a:ext cx="2502000" cy="0"/>
          </a:xfrm>
          <a:prstGeom prst="line">
            <a:avLst/>
          </a:prstGeom>
          <a:ln w="19050">
            <a:solidFill>
              <a:srgbClr val="BBB4C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500460" y="2462400"/>
            <a:ext cx="2502000" cy="0"/>
          </a:xfrm>
          <a:prstGeom prst="line">
            <a:avLst/>
          </a:prstGeom>
          <a:ln w="19050">
            <a:solidFill>
              <a:srgbClr val="D5B3B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290459" y="2462400"/>
            <a:ext cx="2502001" cy="0"/>
          </a:xfrm>
          <a:prstGeom prst="line">
            <a:avLst/>
          </a:prstGeom>
          <a:ln w="19050">
            <a:solidFill>
              <a:srgbClr val="F1D3D5"/>
            </a:solidFill>
          </a:ln>
        </p:spPr>
      </p:cxnSp>
      <p:sp>
        <p:nvSpPr>
          <p:cNvPr id="10" name="S05_STEP_1_BULLET"/>
          <p:cNvSpPr/>
          <p:nvPr/>
        </p:nvSpPr>
        <p:spPr>
          <a:xfrm>
            <a:off x="566459" y="2390400"/>
            <a:ext cx="144000" cy="144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5_STEP_1_NUMBER"/>
          <p:cNvSpPr/>
          <p:nvPr/>
        </p:nvSpPr>
        <p:spPr>
          <a:xfrm>
            <a:off x="566459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2" name="S05_STEP_1_PERIOD"/>
          <p:cNvSpPr txBox="1"/>
          <p:nvPr/>
        </p:nvSpPr>
        <p:spPr>
          <a:xfrm>
            <a:off x="566459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3" name="S05_STEP_1_TITLE"/>
          <p:cNvSpPr txBox="1"/>
          <p:nvPr/>
        </p:nvSpPr>
        <p:spPr>
          <a:xfrm>
            <a:off x="566459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4" name="S05_STEP_1_BODY"/>
          <p:cNvSpPr txBox="1"/>
          <p:nvPr/>
        </p:nvSpPr>
        <p:spPr>
          <a:xfrm>
            <a:off x="566459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5" name="S05_STEP_2_BULLET"/>
          <p:cNvSpPr/>
          <p:nvPr/>
        </p:nvSpPr>
        <p:spPr>
          <a:xfrm>
            <a:off x="3356459" y="2390400"/>
            <a:ext cx="144000" cy="144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5_STEP_2_NUMBER"/>
          <p:cNvSpPr/>
          <p:nvPr/>
        </p:nvSpPr>
        <p:spPr>
          <a:xfrm>
            <a:off x="3356459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7" name="S05_STEP_2_PERIOD"/>
          <p:cNvSpPr txBox="1"/>
          <p:nvPr/>
        </p:nvSpPr>
        <p:spPr>
          <a:xfrm>
            <a:off x="3356459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8" name="S05_STEP_2_TITLE"/>
          <p:cNvSpPr txBox="1"/>
          <p:nvPr/>
        </p:nvSpPr>
        <p:spPr>
          <a:xfrm>
            <a:off x="3356459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19" name="S05_STEP_2_BODY"/>
          <p:cNvSpPr txBox="1"/>
          <p:nvPr/>
        </p:nvSpPr>
        <p:spPr>
          <a:xfrm>
            <a:off x="3356459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0" name="S05_STEP_3_BULLET"/>
          <p:cNvSpPr/>
          <p:nvPr/>
        </p:nvSpPr>
        <p:spPr>
          <a:xfrm>
            <a:off x="6146460" y="2390400"/>
            <a:ext cx="144000" cy="1440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5_STEP_3_NUMBER"/>
          <p:cNvSpPr/>
          <p:nvPr/>
        </p:nvSpPr>
        <p:spPr>
          <a:xfrm>
            <a:off x="614646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2" name="S05_STEP_3_PERIOD"/>
          <p:cNvSpPr txBox="1"/>
          <p:nvPr/>
        </p:nvSpPr>
        <p:spPr>
          <a:xfrm>
            <a:off x="614646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3" name="S05_STEP_3_TITLE"/>
          <p:cNvSpPr txBox="1"/>
          <p:nvPr/>
        </p:nvSpPr>
        <p:spPr>
          <a:xfrm>
            <a:off x="614646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4" name="S05_STEP_3_BODY"/>
          <p:cNvSpPr txBox="1"/>
          <p:nvPr/>
        </p:nvSpPr>
        <p:spPr>
          <a:xfrm>
            <a:off x="614646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05_STEP_4_BULLET"/>
          <p:cNvSpPr/>
          <p:nvPr/>
        </p:nvSpPr>
        <p:spPr>
          <a:xfrm>
            <a:off x="8936460" y="2390400"/>
            <a:ext cx="144000" cy="144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5_STEP_4_NUMBER"/>
          <p:cNvSpPr/>
          <p:nvPr/>
        </p:nvSpPr>
        <p:spPr>
          <a:xfrm>
            <a:off x="893646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7" name="S05_STEP_4_PERIOD"/>
          <p:cNvSpPr txBox="1"/>
          <p:nvPr/>
        </p:nvSpPr>
        <p:spPr>
          <a:xfrm>
            <a:off x="893646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8" name="S05_STEP_4_TITLE"/>
          <p:cNvSpPr txBox="1"/>
          <p:nvPr/>
        </p:nvSpPr>
        <p:spPr>
          <a:xfrm>
            <a:off x="893646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29" name="S05_STEP_4_BODY"/>
          <p:cNvSpPr txBox="1"/>
          <p:nvPr/>
        </p:nvSpPr>
        <p:spPr>
          <a:xfrm>
            <a:off x="893646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06/11</a:t>
            </a:r>
          </a:p>
        </p:txBody>
      </p:sp>
      <p:sp>
        <p:nvSpPr>
          <p:cNvPr id="7" name="S06_HEADER_1_BG"/>
          <p:cNvSpPr/>
          <p:nvPr/>
        </p:nvSpPr>
        <p:spPr>
          <a:xfrm>
            <a:off x="375659" y="1897199"/>
            <a:ext cx="362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6_HEADER_C1"/>
          <p:cNvSpPr txBox="1"/>
          <p:nvPr/>
        </p:nvSpPr>
        <p:spPr>
          <a:xfrm>
            <a:off x="375659" y="1897199"/>
            <a:ext cx="362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9" name="S06_HEADER_2_BG"/>
          <p:cNvSpPr/>
          <p:nvPr/>
        </p:nvSpPr>
        <p:spPr>
          <a:xfrm>
            <a:off x="4000859" y="1897199"/>
            <a:ext cx="209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6_HEADER_C2"/>
          <p:cNvSpPr txBox="1"/>
          <p:nvPr/>
        </p:nvSpPr>
        <p:spPr>
          <a:xfrm>
            <a:off x="4000859" y="1897199"/>
            <a:ext cx="209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1" name="S06_HEADER_3_BG"/>
          <p:cNvSpPr/>
          <p:nvPr/>
        </p:nvSpPr>
        <p:spPr>
          <a:xfrm>
            <a:off x="6096059" y="1897199"/>
            <a:ext cx="17640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6_HEADER_C3"/>
          <p:cNvSpPr txBox="1"/>
          <p:nvPr/>
        </p:nvSpPr>
        <p:spPr>
          <a:xfrm>
            <a:off x="6096059" y="1897199"/>
            <a:ext cx="17640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3" name="S06_HEADER_4_BG"/>
          <p:cNvSpPr/>
          <p:nvPr/>
        </p:nvSpPr>
        <p:spPr>
          <a:xfrm>
            <a:off x="7860060" y="1897199"/>
            <a:ext cx="2329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6_HEADER_C4"/>
          <p:cNvSpPr txBox="1"/>
          <p:nvPr/>
        </p:nvSpPr>
        <p:spPr>
          <a:xfrm>
            <a:off x="7860060" y="1897199"/>
            <a:ext cx="23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5" name="S06_HEADER_5_BG"/>
          <p:cNvSpPr/>
          <p:nvPr/>
        </p:nvSpPr>
        <p:spPr>
          <a:xfrm>
            <a:off x="10189260" y="1897199"/>
            <a:ext cx="1627199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6_HEADER_C5"/>
          <p:cNvSpPr txBox="1"/>
          <p:nvPr/>
        </p:nvSpPr>
        <p:spPr>
          <a:xfrm>
            <a:off x="10189260" y="1897199"/>
            <a:ext cx="1627199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7" name="S06_R1_BG"/>
          <p:cNvSpPr/>
          <p:nvPr/>
        </p:nvSpPr>
        <p:spPr>
          <a:xfrm>
            <a:off x="375659" y="2361600"/>
            <a:ext cx="114408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6_R1C1"/>
          <p:cNvSpPr txBox="1"/>
          <p:nvPr/>
        </p:nvSpPr>
        <p:spPr>
          <a:xfrm>
            <a:off x="375659" y="23616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0" name="S06_R1C2"/>
          <p:cNvSpPr txBox="1"/>
          <p:nvPr/>
        </p:nvSpPr>
        <p:spPr>
          <a:xfrm>
            <a:off x="4000859" y="23616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2" name="S06_R1C3"/>
          <p:cNvSpPr txBox="1"/>
          <p:nvPr/>
        </p:nvSpPr>
        <p:spPr>
          <a:xfrm>
            <a:off x="6096059" y="23616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4" name="S06_R1C4"/>
          <p:cNvSpPr txBox="1"/>
          <p:nvPr/>
        </p:nvSpPr>
        <p:spPr>
          <a:xfrm>
            <a:off x="7860060" y="23616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6" name="S06_R1C5"/>
          <p:cNvSpPr txBox="1"/>
          <p:nvPr/>
        </p:nvSpPr>
        <p:spPr>
          <a:xfrm>
            <a:off x="10189260" y="23616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75659" y="28655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8" name="S06_R2_BG"/>
          <p:cNvSpPr/>
          <p:nvPr/>
        </p:nvSpPr>
        <p:spPr>
          <a:xfrm>
            <a:off x="375659" y="2869200"/>
            <a:ext cx="114408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6_R2C1"/>
          <p:cNvSpPr txBox="1"/>
          <p:nvPr/>
        </p:nvSpPr>
        <p:spPr>
          <a:xfrm>
            <a:off x="375659" y="28692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1" name="S06_R2C2"/>
          <p:cNvSpPr txBox="1"/>
          <p:nvPr/>
        </p:nvSpPr>
        <p:spPr>
          <a:xfrm>
            <a:off x="4000859" y="28692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3" name="S06_R2C3"/>
          <p:cNvSpPr txBox="1"/>
          <p:nvPr/>
        </p:nvSpPr>
        <p:spPr>
          <a:xfrm>
            <a:off x="6096059" y="28692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5" name="S06_R2C4"/>
          <p:cNvSpPr txBox="1"/>
          <p:nvPr/>
        </p:nvSpPr>
        <p:spPr>
          <a:xfrm>
            <a:off x="7860060" y="28692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7" name="S06_R2C5"/>
          <p:cNvSpPr txBox="1"/>
          <p:nvPr/>
        </p:nvSpPr>
        <p:spPr>
          <a:xfrm>
            <a:off x="10189260" y="28692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75659" y="3373199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9" name="S06_R3_BG"/>
          <p:cNvSpPr/>
          <p:nvPr/>
        </p:nvSpPr>
        <p:spPr>
          <a:xfrm>
            <a:off x="375659" y="3376800"/>
            <a:ext cx="114408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6_R3C1"/>
          <p:cNvSpPr txBox="1"/>
          <p:nvPr/>
        </p:nvSpPr>
        <p:spPr>
          <a:xfrm>
            <a:off x="375659" y="33768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2" name="S06_R3C2"/>
          <p:cNvSpPr txBox="1"/>
          <p:nvPr/>
        </p:nvSpPr>
        <p:spPr>
          <a:xfrm>
            <a:off x="4000859" y="33768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4" name="S06_R3C3"/>
          <p:cNvSpPr txBox="1"/>
          <p:nvPr/>
        </p:nvSpPr>
        <p:spPr>
          <a:xfrm>
            <a:off x="6096059" y="33768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6" name="S06_R3C4"/>
          <p:cNvSpPr txBox="1"/>
          <p:nvPr/>
        </p:nvSpPr>
        <p:spPr>
          <a:xfrm>
            <a:off x="7860060" y="33768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8" name="S06_R3C5"/>
          <p:cNvSpPr txBox="1"/>
          <p:nvPr/>
        </p:nvSpPr>
        <p:spPr>
          <a:xfrm>
            <a:off x="10189260" y="33768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75659" y="38808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0" name="S06_R4_BG"/>
          <p:cNvSpPr/>
          <p:nvPr/>
        </p:nvSpPr>
        <p:spPr>
          <a:xfrm>
            <a:off x="375659" y="3884399"/>
            <a:ext cx="114408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06_R4C1"/>
          <p:cNvSpPr txBox="1"/>
          <p:nvPr/>
        </p:nvSpPr>
        <p:spPr>
          <a:xfrm>
            <a:off x="375659" y="3884399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3" name="S06_R4C2"/>
          <p:cNvSpPr txBox="1"/>
          <p:nvPr/>
        </p:nvSpPr>
        <p:spPr>
          <a:xfrm>
            <a:off x="4000859" y="3884399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5" name="S06_R4C3"/>
          <p:cNvSpPr txBox="1"/>
          <p:nvPr/>
        </p:nvSpPr>
        <p:spPr>
          <a:xfrm>
            <a:off x="6096059" y="3884399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7" name="S06_R4C4"/>
          <p:cNvSpPr txBox="1"/>
          <p:nvPr/>
        </p:nvSpPr>
        <p:spPr>
          <a:xfrm>
            <a:off x="7860060" y="3884399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9" name="S06_R4C5"/>
          <p:cNvSpPr txBox="1"/>
          <p:nvPr/>
        </p:nvSpPr>
        <p:spPr>
          <a:xfrm>
            <a:off x="10189260" y="3884399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75659" y="4388400"/>
            <a:ext cx="114408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1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07/11</a:t>
            </a:r>
          </a:p>
        </p:txBody>
      </p:sp>
      <p:sp>
        <p:nvSpPr>
          <p:cNvPr id="7" name="S07_KPI_1_CARD"/>
          <p:cNvSpPr/>
          <p:nvPr/>
        </p:nvSpPr>
        <p:spPr>
          <a:xfrm>
            <a:off x="4980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7_KPI_1_LABEL"/>
          <p:cNvSpPr txBox="1"/>
          <p:nvPr/>
        </p:nvSpPr>
        <p:spPr>
          <a:xfrm>
            <a:off x="5376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9" name="S07_KPI_1_SUBLABEL"/>
          <p:cNvSpPr txBox="1"/>
          <p:nvPr/>
        </p:nvSpPr>
        <p:spPr>
          <a:xfrm>
            <a:off x="5376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0" name="S07_KPI_2_CARD"/>
          <p:cNvSpPr/>
          <p:nvPr/>
        </p:nvSpPr>
        <p:spPr>
          <a:xfrm>
            <a:off x="23772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7_KPI_2_LABEL"/>
          <p:cNvSpPr txBox="1"/>
          <p:nvPr/>
        </p:nvSpPr>
        <p:spPr>
          <a:xfrm>
            <a:off x="24168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2" name="S07_KPI_2_SUBLABEL"/>
          <p:cNvSpPr txBox="1"/>
          <p:nvPr/>
        </p:nvSpPr>
        <p:spPr>
          <a:xfrm>
            <a:off x="24168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3" name="S07_KPI_3_CARD"/>
          <p:cNvSpPr/>
          <p:nvPr/>
        </p:nvSpPr>
        <p:spPr>
          <a:xfrm>
            <a:off x="42564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7_KPI_3_LABEL"/>
          <p:cNvSpPr txBox="1"/>
          <p:nvPr/>
        </p:nvSpPr>
        <p:spPr>
          <a:xfrm>
            <a:off x="42960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5" name="S07_KPI_3_SUBLABEL"/>
          <p:cNvSpPr txBox="1"/>
          <p:nvPr/>
        </p:nvSpPr>
        <p:spPr>
          <a:xfrm>
            <a:off x="42960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6" name="S07_KPI_4_CARD"/>
          <p:cNvSpPr/>
          <p:nvPr/>
        </p:nvSpPr>
        <p:spPr>
          <a:xfrm>
            <a:off x="61356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7_KPI_4_LABEL"/>
          <p:cNvSpPr txBox="1"/>
          <p:nvPr/>
        </p:nvSpPr>
        <p:spPr>
          <a:xfrm>
            <a:off x="61752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8" name="S07_KPI_4_SUBLABEL"/>
          <p:cNvSpPr txBox="1"/>
          <p:nvPr/>
        </p:nvSpPr>
        <p:spPr>
          <a:xfrm>
            <a:off x="61752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19" name="S07_KPI_5_CARD"/>
          <p:cNvSpPr/>
          <p:nvPr/>
        </p:nvSpPr>
        <p:spPr>
          <a:xfrm>
            <a:off x="80148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7_KPI_5_LABEL"/>
          <p:cNvSpPr txBox="1"/>
          <p:nvPr/>
        </p:nvSpPr>
        <p:spPr>
          <a:xfrm>
            <a:off x="80544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1" name="S07_KPI_5_SUBLABEL"/>
          <p:cNvSpPr txBox="1"/>
          <p:nvPr/>
        </p:nvSpPr>
        <p:spPr>
          <a:xfrm>
            <a:off x="80544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2" name="S07_KPI_6_CARD"/>
          <p:cNvSpPr/>
          <p:nvPr/>
        </p:nvSpPr>
        <p:spPr>
          <a:xfrm>
            <a:off x="9894059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07_KPI_6_LABEL"/>
          <p:cNvSpPr txBox="1"/>
          <p:nvPr/>
        </p:nvSpPr>
        <p:spPr>
          <a:xfrm>
            <a:off x="993365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4" name="S07_KPI_6_SUBLABEL"/>
          <p:cNvSpPr txBox="1"/>
          <p:nvPr/>
        </p:nvSpPr>
        <p:spPr>
          <a:xfrm>
            <a:off x="993365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1659" y="3060000"/>
            <a:ext cx="11188800" cy="421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7_SECTION_LABEL"/>
          <p:cNvSpPr txBox="1"/>
          <p:nvPr/>
        </p:nvSpPr>
        <p:spPr>
          <a:xfrm>
            <a:off x="501659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1">
                <a:solidFill>
                  <a:srgbClr val="070E1D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070E1D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7" name="S07_BAR_1_LABEL"/>
          <p:cNvSpPr txBox="1"/>
          <p:nvPr/>
        </p:nvSpPr>
        <p:spPr>
          <a:xfrm>
            <a:off x="498059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8" name="S07_BAR_1_BAR"/>
          <p:cNvSpPr/>
          <p:nvPr/>
        </p:nvSpPr>
        <p:spPr>
          <a:xfrm>
            <a:off x="3068459" y="3704399"/>
            <a:ext cx="6811560" cy="198000"/>
          </a:xfrm>
          <a:prstGeom prst="roundRect">
            <a:avLst>
              <a:gd name="adj" fmla="val 50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7_BAR_1_VALUE"/>
          <p:cNvSpPr txBox="1"/>
          <p:nvPr/>
        </p:nvSpPr>
        <p:spPr>
          <a:xfrm>
            <a:off x="1111806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30" name="S07_BAR_2_LABEL"/>
          <p:cNvSpPr txBox="1"/>
          <p:nvPr/>
        </p:nvSpPr>
        <p:spPr>
          <a:xfrm>
            <a:off x="498059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1" name="S07_BAR_2_BAR"/>
          <p:cNvSpPr/>
          <p:nvPr/>
        </p:nvSpPr>
        <p:spPr>
          <a:xfrm>
            <a:off x="3068459" y="4176000"/>
            <a:ext cx="4968431" cy="198000"/>
          </a:xfrm>
          <a:prstGeom prst="roundRect">
            <a:avLst>
              <a:gd name="adj" fmla="val 50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7_BAR_2_VALUE"/>
          <p:cNvSpPr txBox="1"/>
          <p:nvPr/>
        </p:nvSpPr>
        <p:spPr>
          <a:xfrm>
            <a:off x="1111806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3" name="S07_BAR_3_LABEL"/>
          <p:cNvSpPr txBox="1"/>
          <p:nvPr/>
        </p:nvSpPr>
        <p:spPr>
          <a:xfrm>
            <a:off x="498059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4" name="S07_BAR_3_BAR"/>
          <p:cNvSpPr/>
          <p:nvPr/>
        </p:nvSpPr>
        <p:spPr>
          <a:xfrm>
            <a:off x="3068459" y="4636800"/>
            <a:ext cx="3285575" cy="198000"/>
          </a:xfrm>
          <a:prstGeom prst="roundRect">
            <a:avLst>
              <a:gd name="adj" fmla="val 50000"/>
            </a:avLst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7_BAR_3_VALUE"/>
          <p:cNvSpPr txBox="1"/>
          <p:nvPr/>
        </p:nvSpPr>
        <p:spPr>
          <a:xfrm>
            <a:off x="1111806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6" name="S07_BAR_4_LABEL"/>
          <p:cNvSpPr txBox="1"/>
          <p:nvPr/>
        </p:nvSpPr>
        <p:spPr>
          <a:xfrm>
            <a:off x="498059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7" name="S07_BAR_4_BAR"/>
          <p:cNvSpPr/>
          <p:nvPr/>
        </p:nvSpPr>
        <p:spPr>
          <a:xfrm>
            <a:off x="3068459" y="5097600"/>
            <a:ext cx="6250608" cy="198000"/>
          </a:xfrm>
          <a:prstGeom prst="roundRect">
            <a:avLst>
              <a:gd name="adj" fmla="val 50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07_BAR_4_VALUE"/>
          <p:cNvSpPr txBox="1"/>
          <p:nvPr/>
        </p:nvSpPr>
        <p:spPr>
          <a:xfrm>
            <a:off x="1111806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39" name="S07_BAR_5_LABEL"/>
          <p:cNvSpPr txBox="1"/>
          <p:nvPr/>
        </p:nvSpPr>
        <p:spPr>
          <a:xfrm>
            <a:off x="498059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40" name="S07_BAR_5_BAR"/>
          <p:cNvSpPr/>
          <p:nvPr/>
        </p:nvSpPr>
        <p:spPr>
          <a:xfrm>
            <a:off x="3068459" y="5536800"/>
            <a:ext cx="7212240" cy="198000"/>
          </a:xfrm>
          <a:prstGeom prst="roundRect">
            <a:avLst>
              <a:gd name="adj" fmla="val 50000"/>
            </a:avLst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7_BAR_5_VALUE"/>
          <p:cNvSpPr txBox="1"/>
          <p:nvPr/>
        </p:nvSpPr>
        <p:spPr>
          <a:xfrm>
            <a:off x="1111806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08/11</a:t>
            </a:r>
          </a:p>
        </p:txBody>
      </p:sp>
      <p:sp>
        <p:nvSpPr>
          <p:cNvPr id="7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8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9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0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3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6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7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8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1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2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3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6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7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8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1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2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3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6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7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09/11</a:t>
            </a:r>
          </a:p>
        </p:txBody>
      </p:sp>
      <p:sp>
        <p:nvSpPr>
          <p:cNvPr id="7" name="S09_RISK_1_CARD"/>
          <p:cNvSpPr/>
          <p:nvPr/>
        </p:nvSpPr>
        <p:spPr>
          <a:xfrm>
            <a:off x="121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9_RISK_1_ICON"/>
          <p:cNvSpPr/>
          <p:nvPr/>
        </p:nvSpPr>
        <p:spPr>
          <a:xfrm>
            <a:off x="168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9" name="S09_RISK_1_TITLE"/>
          <p:cNvSpPr txBox="1"/>
          <p:nvPr/>
        </p:nvSpPr>
        <p:spPr>
          <a:xfrm>
            <a:off x="553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0" name="S09_RISK_1_LEVEL"/>
          <p:cNvSpPr/>
          <p:nvPr/>
        </p:nvSpPr>
        <p:spPr>
          <a:xfrm>
            <a:off x="553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9797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1" name="S09_RISK_1_BODY"/>
          <p:cNvSpPr txBox="1"/>
          <p:nvPr/>
        </p:nvSpPr>
        <p:spPr>
          <a:xfrm>
            <a:off x="168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3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13" name="S09_RISK_1_ACTION_TAG"/>
          <p:cNvSpPr/>
          <p:nvPr/>
        </p:nvSpPr>
        <p:spPr>
          <a:xfrm>
            <a:off x="193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4" name="S09_RISK_1_ACTION_BODY"/>
          <p:cNvSpPr txBox="1"/>
          <p:nvPr/>
        </p:nvSpPr>
        <p:spPr>
          <a:xfrm>
            <a:off x="877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5" name="S09_RISK_2_CARD"/>
          <p:cNvSpPr/>
          <p:nvPr/>
        </p:nvSpPr>
        <p:spPr>
          <a:xfrm>
            <a:off x="4135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9_RISK_2_ICON"/>
          <p:cNvSpPr/>
          <p:nvPr/>
        </p:nvSpPr>
        <p:spPr>
          <a:xfrm>
            <a:off x="4182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7" name="S09_RISK_2_TITLE"/>
          <p:cNvSpPr txBox="1"/>
          <p:nvPr/>
        </p:nvSpPr>
        <p:spPr>
          <a:xfrm>
            <a:off x="4567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8" name="S09_RISK_2_LEVEL"/>
          <p:cNvSpPr/>
          <p:nvPr/>
        </p:nvSpPr>
        <p:spPr>
          <a:xfrm>
            <a:off x="4567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19" name="S09_RISK_2_BODY"/>
          <p:cNvSpPr txBox="1"/>
          <p:nvPr/>
        </p:nvSpPr>
        <p:spPr>
          <a:xfrm>
            <a:off x="4182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7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1" name="S09_RISK_2_ACTION_TAG"/>
          <p:cNvSpPr/>
          <p:nvPr/>
        </p:nvSpPr>
        <p:spPr>
          <a:xfrm>
            <a:off x="4207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2" name="S09_RISK_2_ACTION_BODY"/>
          <p:cNvSpPr txBox="1"/>
          <p:nvPr/>
        </p:nvSpPr>
        <p:spPr>
          <a:xfrm>
            <a:off x="4891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3" name="S09_RISK_3_CARD"/>
          <p:cNvSpPr/>
          <p:nvPr/>
        </p:nvSpPr>
        <p:spPr>
          <a:xfrm>
            <a:off x="8149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9_RISK_3_ICON"/>
          <p:cNvSpPr/>
          <p:nvPr/>
        </p:nvSpPr>
        <p:spPr>
          <a:xfrm>
            <a:off x="8196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25" name="S09_RISK_3_TITLE"/>
          <p:cNvSpPr txBox="1"/>
          <p:nvPr/>
        </p:nvSpPr>
        <p:spPr>
          <a:xfrm>
            <a:off x="8581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6" name="S09_RISK_3_LEVEL"/>
          <p:cNvSpPr/>
          <p:nvPr/>
        </p:nvSpPr>
        <p:spPr>
          <a:xfrm>
            <a:off x="8581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7" name="S09_RISK_3_BODY"/>
          <p:cNvSpPr txBox="1"/>
          <p:nvPr/>
        </p:nvSpPr>
        <p:spPr>
          <a:xfrm>
            <a:off x="8196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1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9" name="S09_RISK_3_ACTION_TAG"/>
          <p:cNvSpPr/>
          <p:nvPr/>
        </p:nvSpPr>
        <p:spPr>
          <a:xfrm>
            <a:off x="8221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0" name="S09_RISK_3_ACTION_BODY"/>
          <p:cNvSpPr txBox="1"/>
          <p:nvPr/>
        </p:nvSpPr>
        <p:spPr>
          <a:xfrm>
            <a:off x="8905860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1" name="S09_OPP_1_CARD"/>
          <p:cNvSpPr/>
          <p:nvPr/>
        </p:nvSpPr>
        <p:spPr>
          <a:xfrm>
            <a:off x="121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9_OPP_1_ICON"/>
          <p:cNvSpPr/>
          <p:nvPr/>
        </p:nvSpPr>
        <p:spPr>
          <a:xfrm>
            <a:off x="168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33" name="S09_OPP_1_TITLE"/>
          <p:cNvSpPr txBox="1"/>
          <p:nvPr/>
        </p:nvSpPr>
        <p:spPr>
          <a:xfrm>
            <a:off x="553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4" name="S09_OPP_1_LEVEL"/>
          <p:cNvSpPr/>
          <p:nvPr/>
        </p:nvSpPr>
        <p:spPr>
          <a:xfrm>
            <a:off x="553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5" name="S09_OPP_1_BODY"/>
          <p:cNvSpPr txBox="1"/>
          <p:nvPr/>
        </p:nvSpPr>
        <p:spPr>
          <a:xfrm>
            <a:off x="168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93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7" name="S09_OPP_1_ACTION_TAG"/>
          <p:cNvSpPr/>
          <p:nvPr/>
        </p:nvSpPr>
        <p:spPr>
          <a:xfrm>
            <a:off x="193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8" name="S09_OPP_1_ACTION_BODY"/>
          <p:cNvSpPr txBox="1"/>
          <p:nvPr/>
        </p:nvSpPr>
        <p:spPr>
          <a:xfrm>
            <a:off x="877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39" name="S09_OPP_2_CARD"/>
          <p:cNvSpPr/>
          <p:nvPr/>
        </p:nvSpPr>
        <p:spPr>
          <a:xfrm>
            <a:off x="4135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9_OPP_2_ICON"/>
          <p:cNvSpPr/>
          <p:nvPr/>
        </p:nvSpPr>
        <p:spPr>
          <a:xfrm>
            <a:off x="4182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1" name="S09_OPP_2_TITLE"/>
          <p:cNvSpPr txBox="1"/>
          <p:nvPr/>
        </p:nvSpPr>
        <p:spPr>
          <a:xfrm>
            <a:off x="4567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2" name="S09_OPP_2_LEVEL"/>
          <p:cNvSpPr/>
          <p:nvPr/>
        </p:nvSpPr>
        <p:spPr>
          <a:xfrm>
            <a:off x="4567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3" name="S09_OPP_2_BODY"/>
          <p:cNvSpPr txBox="1"/>
          <p:nvPr/>
        </p:nvSpPr>
        <p:spPr>
          <a:xfrm>
            <a:off x="4182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07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45" name="S09_OPP_2_ACTION_TAG"/>
          <p:cNvSpPr/>
          <p:nvPr/>
        </p:nvSpPr>
        <p:spPr>
          <a:xfrm>
            <a:off x="4207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6" name="S09_OPP_2_ACTION_BODY"/>
          <p:cNvSpPr txBox="1"/>
          <p:nvPr/>
        </p:nvSpPr>
        <p:spPr>
          <a:xfrm>
            <a:off x="4891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7" name="S09_OPP_3_CARD"/>
          <p:cNvSpPr/>
          <p:nvPr/>
        </p:nvSpPr>
        <p:spPr>
          <a:xfrm>
            <a:off x="8149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09_OPP_3_ICON"/>
          <p:cNvSpPr/>
          <p:nvPr/>
        </p:nvSpPr>
        <p:spPr>
          <a:xfrm>
            <a:off x="8196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9" name="S09_OPP_3_TITLE"/>
          <p:cNvSpPr txBox="1"/>
          <p:nvPr/>
        </p:nvSpPr>
        <p:spPr>
          <a:xfrm>
            <a:off x="8581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0" name="S09_OPP_3_LEVEL"/>
          <p:cNvSpPr/>
          <p:nvPr/>
        </p:nvSpPr>
        <p:spPr>
          <a:xfrm>
            <a:off x="8581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FF85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1" name="S09_OPP_3_BODY"/>
          <p:cNvSpPr txBox="1"/>
          <p:nvPr/>
        </p:nvSpPr>
        <p:spPr>
          <a:xfrm>
            <a:off x="8196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21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53" name="S09_OPP_3_ACTION_TAG"/>
          <p:cNvSpPr/>
          <p:nvPr/>
        </p:nvSpPr>
        <p:spPr>
          <a:xfrm>
            <a:off x="8221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4" name="S09_OPP_3_ACTION_BODY"/>
          <p:cNvSpPr txBox="1"/>
          <p:nvPr/>
        </p:nvSpPr>
        <p:spPr>
          <a:xfrm>
            <a:off x="8905860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10/11</a:t>
            </a:r>
          </a:p>
        </p:txBody>
      </p:sp>
      <p:sp>
        <p:nvSpPr>
          <p:cNvPr id="7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S10_PHASE_1_CARD"/>
          <p:cNvSpPr/>
          <p:nvPr/>
        </p:nvSpPr>
        <p:spPr>
          <a:xfrm>
            <a:off x="2028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10_PHASE_1_BAND"/>
          <p:cNvSpPr/>
          <p:nvPr/>
        </p:nvSpPr>
        <p:spPr>
          <a:xfrm>
            <a:off x="202859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10_PHASE_1_NUMBER"/>
          <p:cNvSpPr/>
          <p:nvPr/>
        </p:nvSpPr>
        <p:spPr>
          <a:xfrm>
            <a:off x="274859" y="1665000"/>
            <a:ext cx="410399" cy="410399"/>
          </a:xfrm>
          <a:prstGeom prst="ellipse">
            <a:avLst/>
          </a:prstGeom>
          <a:solidFill>
            <a:srgbClr val="6A5D79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S10_PHASE_1_TITLE"/>
          <p:cNvSpPr txBox="1"/>
          <p:nvPr/>
        </p:nvSpPr>
        <p:spPr>
          <a:xfrm>
            <a:off x="8364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2" name="S10_PHASE_1_SUBTITLE"/>
          <p:cNvSpPr txBox="1"/>
          <p:nvPr/>
        </p:nvSpPr>
        <p:spPr>
          <a:xfrm>
            <a:off x="8364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3" name="S10_PHASE_1_ITEM_1_BULLET"/>
          <p:cNvSpPr/>
          <p:nvPr/>
        </p:nvSpPr>
        <p:spPr>
          <a:xfrm>
            <a:off x="382859" y="23975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10_PHASE_1_ITEM_1_TITLE"/>
          <p:cNvSpPr txBox="1"/>
          <p:nvPr/>
        </p:nvSpPr>
        <p:spPr>
          <a:xfrm>
            <a:off x="5700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5" name="S10_PHASE_1_ITEM_1_BODY"/>
          <p:cNvSpPr txBox="1"/>
          <p:nvPr/>
        </p:nvSpPr>
        <p:spPr>
          <a:xfrm>
            <a:off x="5700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68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17" name="S10_PHASE_1_ITEM_2_BULLET"/>
          <p:cNvSpPr/>
          <p:nvPr/>
        </p:nvSpPr>
        <p:spPr>
          <a:xfrm>
            <a:off x="382859" y="35243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10_PHASE_1_ITEM_2_TITLE"/>
          <p:cNvSpPr txBox="1"/>
          <p:nvPr/>
        </p:nvSpPr>
        <p:spPr>
          <a:xfrm>
            <a:off x="5700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10_PHASE_1_ITEM_2_BODY"/>
          <p:cNvSpPr txBox="1"/>
          <p:nvPr/>
        </p:nvSpPr>
        <p:spPr>
          <a:xfrm>
            <a:off x="5700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68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21" name="S10_PHASE_1_ITEM_3_BULLET"/>
          <p:cNvSpPr/>
          <p:nvPr/>
        </p:nvSpPr>
        <p:spPr>
          <a:xfrm>
            <a:off x="382859" y="465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10_PHASE_1_ITEM_3_TITLE"/>
          <p:cNvSpPr txBox="1"/>
          <p:nvPr/>
        </p:nvSpPr>
        <p:spPr>
          <a:xfrm>
            <a:off x="5700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3" name="S10_PHASE_1_ITEM_3_BODY"/>
          <p:cNvSpPr txBox="1"/>
          <p:nvPr/>
        </p:nvSpPr>
        <p:spPr>
          <a:xfrm>
            <a:off x="5700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4" name="S10_PHASE_2_CARD"/>
          <p:cNvSpPr/>
          <p:nvPr/>
        </p:nvSpPr>
        <p:spPr>
          <a:xfrm>
            <a:off x="42060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10_PHASE_2_BAND"/>
          <p:cNvSpPr/>
          <p:nvPr/>
        </p:nvSpPr>
        <p:spPr>
          <a:xfrm>
            <a:off x="4206059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10_PHASE_2_NUMBER"/>
          <p:cNvSpPr/>
          <p:nvPr/>
        </p:nvSpPr>
        <p:spPr>
          <a:xfrm>
            <a:off x="4278059" y="1665000"/>
            <a:ext cx="410399" cy="410399"/>
          </a:xfrm>
          <a:prstGeom prst="ellipse">
            <a:avLst/>
          </a:prstGeom>
          <a:solidFill>
            <a:srgbClr val="A25871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S10_PHASE_2_TITLE"/>
          <p:cNvSpPr txBox="1"/>
          <p:nvPr/>
        </p:nvSpPr>
        <p:spPr>
          <a:xfrm>
            <a:off x="48396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8" name="S10_PHASE_2_SUBTITLE"/>
          <p:cNvSpPr txBox="1"/>
          <p:nvPr/>
        </p:nvSpPr>
        <p:spPr>
          <a:xfrm>
            <a:off x="48396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29" name="S10_PHASE_2_ITEM_1_BULLET"/>
          <p:cNvSpPr/>
          <p:nvPr/>
        </p:nvSpPr>
        <p:spPr>
          <a:xfrm>
            <a:off x="4386059" y="23975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10_PHASE_2_ITEM_1_TITLE"/>
          <p:cNvSpPr txBox="1"/>
          <p:nvPr/>
        </p:nvSpPr>
        <p:spPr>
          <a:xfrm>
            <a:off x="45732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1" name="S10_PHASE_2_ITEM_1_BODY"/>
          <p:cNvSpPr txBox="1"/>
          <p:nvPr/>
        </p:nvSpPr>
        <p:spPr>
          <a:xfrm>
            <a:off x="45732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500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3" name="S10_PHASE_2_ITEM_2_BULLET"/>
          <p:cNvSpPr/>
          <p:nvPr/>
        </p:nvSpPr>
        <p:spPr>
          <a:xfrm>
            <a:off x="4386059" y="35243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10_PHASE_2_ITEM_2_TITLE"/>
          <p:cNvSpPr txBox="1"/>
          <p:nvPr/>
        </p:nvSpPr>
        <p:spPr>
          <a:xfrm>
            <a:off x="45732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5" name="S10_PHASE_2_ITEM_2_BODY"/>
          <p:cNvSpPr txBox="1"/>
          <p:nvPr/>
        </p:nvSpPr>
        <p:spPr>
          <a:xfrm>
            <a:off x="45732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500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7" name="S10_PHASE_2_ITEM_3_BULLET"/>
          <p:cNvSpPr/>
          <p:nvPr/>
        </p:nvSpPr>
        <p:spPr>
          <a:xfrm>
            <a:off x="4386059" y="465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10_PHASE_2_ITEM_3_TITLE"/>
          <p:cNvSpPr txBox="1"/>
          <p:nvPr/>
        </p:nvSpPr>
        <p:spPr>
          <a:xfrm>
            <a:off x="45732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39" name="S10_PHASE_2_ITEM_3_BODY"/>
          <p:cNvSpPr txBox="1"/>
          <p:nvPr/>
        </p:nvSpPr>
        <p:spPr>
          <a:xfrm>
            <a:off x="45732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0" name="S10_PHASE_3_CARD"/>
          <p:cNvSpPr/>
          <p:nvPr/>
        </p:nvSpPr>
        <p:spPr>
          <a:xfrm>
            <a:off x="82092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10_PHASE_3_BAND"/>
          <p:cNvSpPr/>
          <p:nvPr/>
        </p:nvSpPr>
        <p:spPr>
          <a:xfrm>
            <a:off x="8209259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10_PHASE_3_NUMBER"/>
          <p:cNvSpPr/>
          <p:nvPr/>
        </p:nvSpPr>
        <p:spPr>
          <a:xfrm>
            <a:off x="8281259" y="1665000"/>
            <a:ext cx="410399" cy="410399"/>
          </a:xfrm>
          <a:prstGeom prst="ellipse">
            <a:avLst/>
          </a:prstGeom>
          <a:solidFill>
            <a:srgbClr val="FDA85B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3" name="S10_PHASE_3_TITLE"/>
          <p:cNvSpPr txBox="1"/>
          <p:nvPr/>
        </p:nvSpPr>
        <p:spPr>
          <a:xfrm>
            <a:off x="884286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4" name="S10_PHASE_3_SUBTITLE"/>
          <p:cNvSpPr txBox="1"/>
          <p:nvPr/>
        </p:nvSpPr>
        <p:spPr>
          <a:xfrm>
            <a:off x="884286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5" name="S10_PHASE_3_ITEM_1_BULLET"/>
          <p:cNvSpPr/>
          <p:nvPr/>
        </p:nvSpPr>
        <p:spPr>
          <a:xfrm>
            <a:off x="8389259" y="23975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10_PHASE_3_ITEM_1_TITLE"/>
          <p:cNvSpPr txBox="1"/>
          <p:nvPr/>
        </p:nvSpPr>
        <p:spPr>
          <a:xfrm>
            <a:off x="85764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7" name="S10_PHASE_3_ITEM_1_BODY"/>
          <p:cNvSpPr txBox="1"/>
          <p:nvPr/>
        </p:nvSpPr>
        <p:spPr>
          <a:xfrm>
            <a:off x="85764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532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49" name="S10_PHASE_3_ITEM_2_BULLET"/>
          <p:cNvSpPr/>
          <p:nvPr/>
        </p:nvSpPr>
        <p:spPr>
          <a:xfrm>
            <a:off x="8389259" y="35243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10_PHASE_3_ITEM_2_TITLE"/>
          <p:cNvSpPr txBox="1"/>
          <p:nvPr/>
        </p:nvSpPr>
        <p:spPr>
          <a:xfrm>
            <a:off x="85764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1" name="S10_PHASE_3_ITEM_2_BODY"/>
          <p:cNvSpPr txBox="1"/>
          <p:nvPr/>
        </p:nvSpPr>
        <p:spPr>
          <a:xfrm>
            <a:off x="85764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532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3" name="S10_PHASE_3_ITEM_3_BULLET"/>
          <p:cNvSpPr/>
          <p:nvPr/>
        </p:nvSpPr>
        <p:spPr>
          <a:xfrm>
            <a:off x="8389259" y="465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10_PHASE_3_ITEM_3_TITLE"/>
          <p:cNvSpPr txBox="1"/>
          <p:nvPr/>
        </p:nvSpPr>
        <p:spPr>
          <a:xfrm>
            <a:off x="85764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5" name="S10_PHASE_3_ITEM_3_BODY"/>
          <p:cNvSpPr txBox="1"/>
          <p:nvPr/>
        </p:nvSpPr>
        <p:spPr>
          <a:xfrm>
            <a:off x="85764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6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11/11</a:t>
            </a:r>
          </a:p>
        </p:txBody>
      </p:sp>
      <p:sp>
        <p:nvSpPr>
          <p:cNvPr id="7" name="S11_BLOCK_1_ACCENT_BAR"/>
          <p:cNvSpPr/>
          <p:nvPr/>
        </p:nvSpPr>
        <p:spPr>
          <a:xfrm>
            <a:off x="392400" y="115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11_BLOCK_1_NUMBE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00" y="1242000"/>
            <a:ext cx="1440000" cy="792000"/>
          </a:xfrm>
          <a:prstGeom prst="rect">
            <a:avLst/>
          </a:prstGeom>
        </p:spPr>
      </p:pic>
      <p:sp>
        <p:nvSpPr>
          <p:cNvPr id="9" name="S11_BLOCK_1_TITLE"/>
          <p:cNvSpPr txBox="1"/>
          <p:nvPr/>
        </p:nvSpPr>
        <p:spPr>
          <a:xfrm>
            <a:off x="720000" y="1242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0" name="S11_BLOCK_1_BODY"/>
          <p:cNvSpPr txBox="1"/>
          <p:nvPr/>
        </p:nvSpPr>
        <p:spPr>
          <a:xfrm>
            <a:off x="720000" y="1674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11_BLOCK_2_ACCENT_BAR"/>
          <p:cNvSpPr/>
          <p:nvPr/>
        </p:nvSpPr>
        <p:spPr>
          <a:xfrm>
            <a:off x="392400" y="277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S11_BLOCK_2_NUMB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2872800"/>
            <a:ext cx="1440000" cy="792000"/>
          </a:xfrm>
          <a:prstGeom prst="rect">
            <a:avLst/>
          </a:prstGeom>
        </p:spPr>
      </p:pic>
      <p:sp>
        <p:nvSpPr>
          <p:cNvPr id="13" name="S11_BLOCK_2_TITLE"/>
          <p:cNvSpPr txBox="1"/>
          <p:nvPr/>
        </p:nvSpPr>
        <p:spPr>
          <a:xfrm>
            <a:off x="720000" y="2872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4" name="S11_BLOCK_2_BODY"/>
          <p:cNvSpPr txBox="1"/>
          <p:nvPr/>
        </p:nvSpPr>
        <p:spPr>
          <a:xfrm>
            <a:off x="720000" y="3304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5" name="S11_BLOCK_3_ACCENT_BAR"/>
          <p:cNvSpPr/>
          <p:nvPr/>
        </p:nvSpPr>
        <p:spPr>
          <a:xfrm>
            <a:off x="392400" y="4392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11_BLOCK_3_NUMB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4482000"/>
            <a:ext cx="1440000" cy="792000"/>
          </a:xfrm>
          <a:prstGeom prst="rect">
            <a:avLst/>
          </a:prstGeom>
        </p:spPr>
      </p:pic>
      <p:sp>
        <p:nvSpPr>
          <p:cNvPr id="17" name="S11_BLOCK_3_TITLE"/>
          <p:cNvSpPr txBox="1"/>
          <p:nvPr/>
        </p:nvSpPr>
        <p:spPr>
          <a:xfrm>
            <a:off x="720000" y="4482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8" name="S11_BLOCK_3_BODY"/>
          <p:cNvSpPr txBox="1"/>
          <p:nvPr/>
        </p:nvSpPr>
        <p:spPr>
          <a:xfrm>
            <a:off x="720000" y="4914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