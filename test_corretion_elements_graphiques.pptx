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01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1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3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4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5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7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8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9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1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2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3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02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2_SEP_1"/>
          <p:cNvSpPr/>
          <p:nvPr/>
        </p:nvSpPr>
        <p:spPr>
          <a:xfrm>
            <a:off x="607859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2_COL_1_TITLE"/>
          <p:cNvSpPr txBox="1"/>
          <p:nvPr/>
        </p:nvSpPr>
        <p:spPr>
          <a:xfrm>
            <a:off x="8490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10" name="S02_COL_1_BODY"/>
          <p:cNvSpPr txBox="1"/>
          <p:nvPr/>
        </p:nvSpPr>
        <p:spPr>
          <a:xfrm>
            <a:off x="8490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02_SEP_2"/>
          <p:cNvSpPr/>
          <p:nvPr/>
        </p:nvSpPr>
        <p:spPr>
          <a:xfrm>
            <a:off x="4355459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2_COL_2_TITLE"/>
          <p:cNvSpPr txBox="1"/>
          <p:nvPr/>
        </p:nvSpPr>
        <p:spPr>
          <a:xfrm>
            <a:off x="45966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3" name="S02_COL_2_BODY"/>
          <p:cNvSpPr txBox="1"/>
          <p:nvPr/>
        </p:nvSpPr>
        <p:spPr>
          <a:xfrm>
            <a:off x="45966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4" name="S02_SEP_3"/>
          <p:cNvSpPr/>
          <p:nvPr/>
        </p:nvSpPr>
        <p:spPr>
          <a:xfrm>
            <a:off x="8103059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2_COL_3_TITLE"/>
          <p:cNvSpPr txBox="1"/>
          <p:nvPr/>
        </p:nvSpPr>
        <p:spPr>
          <a:xfrm>
            <a:off x="834426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6" name="S02_COL_3_BODY"/>
          <p:cNvSpPr txBox="1"/>
          <p:nvPr/>
        </p:nvSpPr>
        <p:spPr>
          <a:xfrm>
            <a:off x="834426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03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3_TEARDROP_1"/>
          <p:cNvSpPr/>
          <p:nvPr/>
        </p:nvSpPr>
        <p:spPr>
          <a:xfrm>
            <a:off x="1336859" y="1475999"/>
            <a:ext cx="864000" cy="864000"/>
          </a:xfrm>
          <a:prstGeom prst="teardrop">
            <a:avLst/>
          </a:prstGeom>
          <a:solidFill>
            <a:srgbClr val="BABD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3_FACTOR_1_LABEL"/>
          <p:cNvSpPr txBox="1"/>
          <p:nvPr/>
        </p:nvSpPr>
        <p:spPr>
          <a:xfrm>
            <a:off x="62765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10" name="S03_TEARDROP_2"/>
          <p:cNvSpPr/>
          <p:nvPr/>
        </p:nvSpPr>
        <p:spPr>
          <a:xfrm>
            <a:off x="5635260" y="1475999"/>
            <a:ext cx="864000" cy="864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3_FACTOR_2_LABEL"/>
          <p:cNvSpPr txBox="1"/>
          <p:nvPr/>
        </p:nvSpPr>
        <p:spPr>
          <a:xfrm>
            <a:off x="4926060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2" name="S03_TEARDROP_3"/>
          <p:cNvSpPr/>
          <p:nvPr/>
        </p:nvSpPr>
        <p:spPr>
          <a:xfrm>
            <a:off x="9775260" y="1475999"/>
            <a:ext cx="864000" cy="864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3_FACTOR_3_LABEL"/>
          <p:cNvSpPr txBox="1"/>
          <p:nvPr/>
        </p:nvSpPr>
        <p:spPr>
          <a:xfrm>
            <a:off x="9066060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4" name="S03_TEARDROP_4"/>
          <p:cNvSpPr/>
          <p:nvPr/>
        </p:nvSpPr>
        <p:spPr>
          <a:xfrm>
            <a:off x="1336859" y="4111200"/>
            <a:ext cx="864000" cy="864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3_FACTOR_4_LABEL"/>
          <p:cNvSpPr txBox="1"/>
          <p:nvPr/>
        </p:nvSpPr>
        <p:spPr>
          <a:xfrm>
            <a:off x="62765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6" name="S03_TEARDROP_5"/>
          <p:cNvSpPr/>
          <p:nvPr/>
        </p:nvSpPr>
        <p:spPr>
          <a:xfrm>
            <a:off x="5635260" y="4111200"/>
            <a:ext cx="864000" cy="864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3_FACTOR_5_LABEL"/>
          <p:cNvSpPr txBox="1"/>
          <p:nvPr/>
        </p:nvSpPr>
        <p:spPr>
          <a:xfrm>
            <a:off x="492606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8" name="S03_TEARDROP_6"/>
          <p:cNvSpPr/>
          <p:nvPr/>
        </p:nvSpPr>
        <p:spPr>
          <a:xfrm>
            <a:off x="9775260" y="4111200"/>
            <a:ext cx="864000" cy="864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3_FACTOR_6_LABEL"/>
          <p:cNvSpPr txBox="1"/>
          <p:nvPr/>
        </p:nvSpPr>
        <p:spPr>
          <a:xfrm>
            <a:off x="906606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20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459" y="1080000"/>
            <a:ext cx="5929200" cy="4860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04      |</a:t>
            </a:r>
          </a:p>
        </p:txBody>
      </p:sp>
      <p:pic>
        <p:nvPicPr>
          <p:cNvPr id="8" name="Picture 7" descr="safra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9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10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1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2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3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4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5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05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10459" y="2462400"/>
            <a:ext cx="25020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500460" y="2462400"/>
            <a:ext cx="25020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290459" y="2462400"/>
            <a:ext cx="2502001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1" name="S05_STEP_1_BULLET"/>
          <p:cNvSpPr/>
          <p:nvPr/>
        </p:nvSpPr>
        <p:spPr>
          <a:xfrm>
            <a:off x="566459" y="2390400"/>
            <a:ext cx="144000" cy="144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5_STEP_1_NUMBER"/>
          <p:cNvSpPr/>
          <p:nvPr/>
        </p:nvSpPr>
        <p:spPr>
          <a:xfrm>
            <a:off x="566459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3" name="S05_STEP_1_PERIOD"/>
          <p:cNvSpPr txBox="1"/>
          <p:nvPr/>
        </p:nvSpPr>
        <p:spPr>
          <a:xfrm>
            <a:off x="56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4" name="S05_STEP_1_TITLE"/>
          <p:cNvSpPr txBox="1"/>
          <p:nvPr/>
        </p:nvSpPr>
        <p:spPr>
          <a:xfrm>
            <a:off x="56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5" name="S05_STEP_1_BODY"/>
          <p:cNvSpPr txBox="1"/>
          <p:nvPr/>
        </p:nvSpPr>
        <p:spPr>
          <a:xfrm>
            <a:off x="56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6" name="S05_STEP_2_BULLET"/>
          <p:cNvSpPr/>
          <p:nvPr/>
        </p:nvSpPr>
        <p:spPr>
          <a:xfrm>
            <a:off x="3356459" y="2390400"/>
            <a:ext cx="144000" cy="144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5_STEP_2_NUMBER"/>
          <p:cNvSpPr/>
          <p:nvPr/>
        </p:nvSpPr>
        <p:spPr>
          <a:xfrm>
            <a:off x="3356459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8" name="S05_STEP_2_PERIOD"/>
          <p:cNvSpPr txBox="1"/>
          <p:nvPr/>
        </p:nvSpPr>
        <p:spPr>
          <a:xfrm>
            <a:off x="335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9" name="S05_STEP_2_TITLE"/>
          <p:cNvSpPr txBox="1"/>
          <p:nvPr/>
        </p:nvSpPr>
        <p:spPr>
          <a:xfrm>
            <a:off x="335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20" name="S05_STEP_2_BODY"/>
          <p:cNvSpPr txBox="1"/>
          <p:nvPr/>
        </p:nvSpPr>
        <p:spPr>
          <a:xfrm>
            <a:off x="335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1" name="S05_STEP_3_BULLET"/>
          <p:cNvSpPr/>
          <p:nvPr/>
        </p:nvSpPr>
        <p:spPr>
          <a:xfrm>
            <a:off x="6146460" y="2390400"/>
            <a:ext cx="144000" cy="1440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05_STEP_3_NUMBER"/>
          <p:cNvSpPr/>
          <p:nvPr/>
        </p:nvSpPr>
        <p:spPr>
          <a:xfrm>
            <a:off x="614646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3" name="S05_STEP_3_PERIOD"/>
          <p:cNvSpPr txBox="1"/>
          <p:nvPr/>
        </p:nvSpPr>
        <p:spPr>
          <a:xfrm>
            <a:off x="614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4" name="S05_STEP_3_TITLE"/>
          <p:cNvSpPr txBox="1"/>
          <p:nvPr/>
        </p:nvSpPr>
        <p:spPr>
          <a:xfrm>
            <a:off x="614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5" name="S05_STEP_3_BODY"/>
          <p:cNvSpPr txBox="1"/>
          <p:nvPr/>
        </p:nvSpPr>
        <p:spPr>
          <a:xfrm>
            <a:off x="614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6" name="S05_STEP_4_BULLET"/>
          <p:cNvSpPr/>
          <p:nvPr/>
        </p:nvSpPr>
        <p:spPr>
          <a:xfrm>
            <a:off x="8936460" y="2390400"/>
            <a:ext cx="144000" cy="144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05_STEP_4_NUMBER"/>
          <p:cNvSpPr/>
          <p:nvPr/>
        </p:nvSpPr>
        <p:spPr>
          <a:xfrm>
            <a:off x="893646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8" name="S05_STEP_4_PERIOD"/>
          <p:cNvSpPr txBox="1"/>
          <p:nvPr/>
        </p:nvSpPr>
        <p:spPr>
          <a:xfrm>
            <a:off x="893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9" name="S05_STEP_4_TITLE"/>
          <p:cNvSpPr txBox="1"/>
          <p:nvPr/>
        </p:nvSpPr>
        <p:spPr>
          <a:xfrm>
            <a:off x="893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30" name="S05_STEP_4_BODY"/>
          <p:cNvSpPr txBox="1"/>
          <p:nvPr/>
        </p:nvSpPr>
        <p:spPr>
          <a:xfrm>
            <a:off x="893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06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6_HEADER_1_BG"/>
          <p:cNvSpPr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6_HEADER_C1"/>
          <p:cNvSpPr txBox="1"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10" name="S06_HEADER_2_BG"/>
          <p:cNvSpPr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6_HEADER_C2"/>
          <p:cNvSpPr txBox="1"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2" name="S06_HEADER_3_BG"/>
          <p:cNvSpPr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6_HEADER_C3"/>
          <p:cNvSpPr txBox="1"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4" name="S06_HEADER_4_BG"/>
          <p:cNvSpPr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6_HEADER_C4"/>
          <p:cNvSpPr txBox="1"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6" name="S06_HEADER_5_BG"/>
          <p:cNvSpPr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6_HEADER_C5"/>
          <p:cNvSpPr txBox="1"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8" name="S06_R1_BG"/>
          <p:cNvSpPr/>
          <p:nvPr/>
        </p:nvSpPr>
        <p:spPr>
          <a:xfrm>
            <a:off x="375659" y="23616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6_R1C1"/>
          <p:cNvSpPr txBox="1"/>
          <p:nvPr/>
        </p:nvSpPr>
        <p:spPr>
          <a:xfrm>
            <a:off x="375659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1" name="S06_R1C2"/>
          <p:cNvSpPr txBox="1"/>
          <p:nvPr/>
        </p:nvSpPr>
        <p:spPr>
          <a:xfrm>
            <a:off x="4000859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3" name="S06_R1C3"/>
          <p:cNvSpPr txBox="1"/>
          <p:nvPr/>
        </p:nvSpPr>
        <p:spPr>
          <a:xfrm>
            <a:off x="6096059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5" name="S06_R1C4"/>
          <p:cNvSpPr txBox="1"/>
          <p:nvPr/>
        </p:nvSpPr>
        <p:spPr>
          <a:xfrm>
            <a:off x="786006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7" name="S06_R1C5"/>
          <p:cNvSpPr txBox="1"/>
          <p:nvPr/>
        </p:nvSpPr>
        <p:spPr>
          <a:xfrm>
            <a:off x="1018926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9" name="S06_R2_BG"/>
          <p:cNvSpPr/>
          <p:nvPr/>
        </p:nvSpPr>
        <p:spPr>
          <a:xfrm>
            <a:off x="375659" y="2869200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6_R2C1"/>
          <p:cNvSpPr txBox="1"/>
          <p:nvPr/>
        </p:nvSpPr>
        <p:spPr>
          <a:xfrm>
            <a:off x="375659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2" name="S06_R2C2"/>
          <p:cNvSpPr txBox="1"/>
          <p:nvPr/>
        </p:nvSpPr>
        <p:spPr>
          <a:xfrm>
            <a:off x="4000859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4" name="S06_R2C3"/>
          <p:cNvSpPr txBox="1"/>
          <p:nvPr/>
        </p:nvSpPr>
        <p:spPr>
          <a:xfrm>
            <a:off x="6096059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6" name="S06_R2C4"/>
          <p:cNvSpPr txBox="1"/>
          <p:nvPr/>
        </p:nvSpPr>
        <p:spPr>
          <a:xfrm>
            <a:off x="786006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8" name="S06_R2C5"/>
          <p:cNvSpPr txBox="1"/>
          <p:nvPr/>
        </p:nvSpPr>
        <p:spPr>
          <a:xfrm>
            <a:off x="1018926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0" name="S06_R3_BG"/>
          <p:cNvSpPr/>
          <p:nvPr/>
        </p:nvSpPr>
        <p:spPr>
          <a:xfrm>
            <a:off x="375659" y="33768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6_R3C1"/>
          <p:cNvSpPr txBox="1"/>
          <p:nvPr/>
        </p:nvSpPr>
        <p:spPr>
          <a:xfrm>
            <a:off x="375659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3" name="S06_R3C2"/>
          <p:cNvSpPr txBox="1"/>
          <p:nvPr/>
        </p:nvSpPr>
        <p:spPr>
          <a:xfrm>
            <a:off x="4000859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5" name="S06_R3C3"/>
          <p:cNvSpPr txBox="1"/>
          <p:nvPr/>
        </p:nvSpPr>
        <p:spPr>
          <a:xfrm>
            <a:off x="6096059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7" name="S06_R3C4"/>
          <p:cNvSpPr txBox="1"/>
          <p:nvPr/>
        </p:nvSpPr>
        <p:spPr>
          <a:xfrm>
            <a:off x="786006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9" name="S06_R3C5"/>
          <p:cNvSpPr txBox="1"/>
          <p:nvPr/>
        </p:nvSpPr>
        <p:spPr>
          <a:xfrm>
            <a:off x="1018926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1" name="S06_R4_BG"/>
          <p:cNvSpPr/>
          <p:nvPr/>
        </p:nvSpPr>
        <p:spPr>
          <a:xfrm>
            <a:off x="375659" y="3884399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06_R4C1"/>
          <p:cNvSpPr txBox="1"/>
          <p:nvPr/>
        </p:nvSpPr>
        <p:spPr>
          <a:xfrm>
            <a:off x="375659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4" name="S06_R4C2"/>
          <p:cNvSpPr txBox="1"/>
          <p:nvPr/>
        </p:nvSpPr>
        <p:spPr>
          <a:xfrm>
            <a:off x="4000859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6" name="S06_R4C3"/>
          <p:cNvSpPr txBox="1"/>
          <p:nvPr/>
        </p:nvSpPr>
        <p:spPr>
          <a:xfrm>
            <a:off x="6096059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8" name="S06_R4C4"/>
          <p:cNvSpPr txBox="1"/>
          <p:nvPr/>
        </p:nvSpPr>
        <p:spPr>
          <a:xfrm>
            <a:off x="786006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0" name="S06_R4C5"/>
          <p:cNvSpPr txBox="1"/>
          <p:nvPr/>
        </p:nvSpPr>
        <p:spPr>
          <a:xfrm>
            <a:off x="1018926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2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07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7_KPI_1_CARD"/>
          <p:cNvSpPr/>
          <p:nvPr/>
        </p:nvSpPr>
        <p:spPr>
          <a:xfrm>
            <a:off x="498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7_KPI_1_LABEL"/>
          <p:cNvSpPr txBox="1"/>
          <p:nvPr/>
        </p:nvSpPr>
        <p:spPr>
          <a:xfrm>
            <a:off x="537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10" name="S07_KPI_1_SUBLABEL"/>
          <p:cNvSpPr txBox="1"/>
          <p:nvPr/>
        </p:nvSpPr>
        <p:spPr>
          <a:xfrm>
            <a:off x="537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1" name="S07_KPI_2_CARD"/>
          <p:cNvSpPr/>
          <p:nvPr/>
        </p:nvSpPr>
        <p:spPr>
          <a:xfrm>
            <a:off x="23772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7_KPI_2_LABEL"/>
          <p:cNvSpPr txBox="1"/>
          <p:nvPr/>
        </p:nvSpPr>
        <p:spPr>
          <a:xfrm>
            <a:off x="24168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3" name="S07_KPI_2_SUBLABEL"/>
          <p:cNvSpPr txBox="1"/>
          <p:nvPr/>
        </p:nvSpPr>
        <p:spPr>
          <a:xfrm>
            <a:off x="24168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4" name="S07_KPI_3_CARD"/>
          <p:cNvSpPr/>
          <p:nvPr/>
        </p:nvSpPr>
        <p:spPr>
          <a:xfrm>
            <a:off x="42564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7_KPI_3_LABEL"/>
          <p:cNvSpPr txBox="1"/>
          <p:nvPr/>
        </p:nvSpPr>
        <p:spPr>
          <a:xfrm>
            <a:off x="42960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6" name="S07_KPI_3_SUBLABEL"/>
          <p:cNvSpPr txBox="1"/>
          <p:nvPr/>
        </p:nvSpPr>
        <p:spPr>
          <a:xfrm>
            <a:off x="42960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7" name="S07_KPI_4_CARD"/>
          <p:cNvSpPr/>
          <p:nvPr/>
        </p:nvSpPr>
        <p:spPr>
          <a:xfrm>
            <a:off x="61356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7_KPI_4_LABEL"/>
          <p:cNvSpPr txBox="1"/>
          <p:nvPr/>
        </p:nvSpPr>
        <p:spPr>
          <a:xfrm>
            <a:off x="61752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9" name="S07_KPI_4_SUBLABEL"/>
          <p:cNvSpPr txBox="1"/>
          <p:nvPr/>
        </p:nvSpPr>
        <p:spPr>
          <a:xfrm>
            <a:off x="61752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20" name="S07_KPI_5_CARD"/>
          <p:cNvSpPr/>
          <p:nvPr/>
        </p:nvSpPr>
        <p:spPr>
          <a:xfrm>
            <a:off x="80148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7_KPI_5_LABEL"/>
          <p:cNvSpPr txBox="1"/>
          <p:nvPr/>
        </p:nvSpPr>
        <p:spPr>
          <a:xfrm>
            <a:off x="80544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2" name="S07_KPI_5_SUBLABEL"/>
          <p:cNvSpPr txBox="1"/>
          <p:nvPr/>
        </p:nvSpPr>
        <p:spPr>
          <a:xfrm>
            <a:off x="80544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3" name="S07_KPI_6_CARD"/>
          <p:cNvSpPr/>
          <p:nvPr/>
        </p:nvSpPr>
        <p:spPr>
          <a:xfrm>
            <a:off x="9894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7_KPI_6_LABEL"/>
          <p:cNvSpPr txBox="1"/>
          <p:nvPr/>
        </p:nvSpPr>
        <p:spPr>
          <a:xfrm>
            <a:off x="9933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5" name="S07_KPI_6_SUBLABEL"/>
          <p:cNvSpPr txBox="1"/>
          <p:nvPr/>
        </p:nvSpPr>
        <p:spPr>
          <a:xfrm>
            <a:off x="9933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07_SECTION_LABEL"/>
          <p:cNvSpPr txBox="1"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8" name="S07_BAR_1_LABEL"/>
          <p:cNvSpPr txBox="1"/>
          <p:nvPr/>
        </p:nvSpPr>
        <p:spPr>
          <a:xfrm>
            <a:off x="498059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9" name="S07_BAR_1_BAR"/>
          <p:cNvSpPr/>
          <p:nvPr/>
        </p:nvSpPr>
        <p:spPr>
          <a:xfrm>
            <a:off x="3068459" y="3704399"/>
            <a:ext cx="6811560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7_BAR_1_VALUE"/>
          <p:cNvSpPr txBox="1"/>
          <p:nvPr/>
        </p:nvSpPr>
        <p:spPr>
          <a:xfrm>
            <a:off x="1111806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1" name="S07_BAR_2_LABEL"/>
          <p:cNvSpPr txBox="1"/>
          <p:nvPr/>
        </p:nvSpPr>
        <p:spPr>
          <a:xfrm>
            <a:off x="498059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2" name="S07_BAR_2_BAR"/>
          <p:cNvSpPr/>
          <p:nvPr/>
        </p:nvSpPr>
        <p:spPr>
          <a:xfrm>
            <a:off x="3068459" y="4176000"/>
            <a:ext cx="4968431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07_BAR_2_VALUE"/>
          <p:cNvSpPr txBox="1"/>
          <p:nvPr/>
        </p:nvSpPr>
        <p:spPr>
          <a:xfrm>
            <a:off x="1111806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4" name="S07_BAR_3_LABEL"/>
          <p:cNvSpPr txBox="1"/>
          <p:nvPr/>
        </p:nvSpPr>
        <p:spPr>
          <a:xfrm>
            <a:off x="498059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5" name="S07_BAR_3_BAR"/>
          <p:cNvSpPr/>
          <p:nvPr/>
        </p:nvSpPr>
        <p:spPr>
          <a:xfrm>
            <a:off x="3068459" y="4636800"/>
            <a:ext cx="3285575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07_BAR_3_VALUE"/>
          <p:cNvSpPr txBox="1"/>
          <p:nvPr/>
        </p:nvSpPr>
        <p:spPr>
          <a:xfrm>
            <a:off x="1111806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7" name="S07_BAR_4_LABEL"/>
          <p:cNvSpPr txBox="1"/>
          <p:nvPr/>
        </p:nvSpPr>
        <p:spPr>
          <a:xfrm>
            <a:off x="498059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8" name="S07_BAR_4_BAR"/>
          <p:cNvSpPr/>
          <p:nvPr/>
        </p:nvSpPr>
        <p:spPr>
          <a:xfrm>
            <a:off x="3068459" y="5097600"/>
            <a:ext cx="6250608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07_BAR_4_VALUE"/>
          <p:cNvSpPr txBox="1"/>
          <p:nvPr/>
        </p:nvSpPr>
        <p:spPr>
          <a:xfrm>
            <a:off x="1111806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40" name="S07_BAR_5_LABEL"/>
          <p:cNvSpPr txBox="1"/>
          <p:nvPr/>
        </p:nvSpPr>
        <p:spPr>
          <a:xfrm>
            <a:off x="498059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1" name="S07_BAR_5_BAR"/>
          <p:cNvSpPr/>
          <p:nvPr/>
        </p:nvSpPr>
        <p:spPr>
          <a:xfrm>
            <a:off x="3068459" y="5536800"/>
            <a:ext cx="721224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07_BAR_5_VALUE"/>
          <p:cNvSpPr txBox="1"/>
          <p:nvPr/>
        </p:nvSpPr>
        <p:spPr>
          <a:xfrm>
            <a:off x="1111806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3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08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9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10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1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4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7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8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9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2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3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4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7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8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9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2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3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4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7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8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09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0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1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2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4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5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6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8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0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2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3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4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6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7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8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0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1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2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4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5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6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8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9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40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2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3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4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6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7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8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50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1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2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4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5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10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" name="S10_PHASE_1_CARD"/>
          <p:cNvSpPr/>
          <p:nvPr/>
        </p:nvSpPr>
        <p:spPr>
          <a:xfrm>
            <a:off x="2028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BAND"/>
          <p:cNvSpPr/>
          <p:nvPr/>
        </p:nvSpPr>
        <p:spPr>
          <a:xfrm>
            <a:off x="202859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10_PHASE_1_NUMBER"/>
          <p:cNvSpPr/>
          <p:nvPr/>
        </p:nvSpPr>
        <p:spPr>
          <a:xfrm>
            <a:off x="274859" y="1665000"/>
            <a:ext cx="410399" cy="410399"/>
          </a:xfrm>
          <a:prstGeom prst="ellipse">
            <a:avLst/>
          </a:prstGeom>
          <a:solidFill>
            <a:srgbClr val="6A5D79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S10_PHASE_1_TITLE"/>
          <p:cNvSpPr txBox="1"/>
          <p:nvPr/>
        </p:nvSpPr>
        <p:spPr>
          <a:xfrm>
            <a:off x="8364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3" name="S10_PHASE_1_SUBTITLE"/>
          <p:cNvSpPr txBox="1"/>
          <p:nvPr/>
        </p:nvSpPr>
        <p:spPr>
          <a:xfrm>
            <a:off x="8364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4" name="S10_PHASE_1_ITEM_1_BULLET"/>
          <p:cNvSpPr/>
          <p:nvPr/>
        </p:nvSpPr>
        <p:spPr>
          <a:xfrm>
            <a:off x="382859" y="23975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10_PHASE_1_ITEM_1_TITLE"/>
          <p:cNvSpPr txBox="1"/>
          <p:nvPr/>
        </p:nvSpPr>
        <p:spPr>
          <a:xfrm>
            <a:off x="5700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6" name="S10_PHASE_1_ITEM_1_BODY"/>
          <p:cNvSpPr txBox="1"/>
          <p:nvPr/>
        </p:nvSpPr>
        <p:spPr>
          <a:xfrm>
            <a:off x="5700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68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8" name="S10_PHASE_1_ITEM_2_BULLET"/>
          <p:cNvSpPr/>
          <p:nvPr/>
        </p:nvSpPr>
        <p:spPr>
          <a:xfrm>
            <a:off x="382859" y="35243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10_PHASE_1_ITEM_2_TITLE"/>
          <p:cNvSpPr txBox="1"/>
          <p:nvPr/>
        </p:nvSpPr>
        <p:spPr>
          <a:xfrm>
            <a:off x="5700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20" name="S10_PHASE_1_ITEM_2_BODY"/>
          <p:cNvSpPr txBox="1"/>
          <p:nvPr/>
        </p:nvSpPr>
        <p:spPr>
          <a:xfrm>
            <a:off x="5700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68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2" name="S10_PHASE_1_ITEM_3_BULLET"/>
          <p:cNvSpPr/>
          <p:nvPr/>
        </p:nvSpPr>
        <p:spPr>
          <a:xfrm>
            <a:off x="382859" y="465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10_PHASE_1_ITEM_3_TITLE"/>
          <p:cNvSpPr txBox="1"/>
          <p:nvPr/>
        </p:nvSpPr>
        <p:spPr>
          <a:xfrm>
            <a:off x="5700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4" name="S10_PHASE_1_ITEM_3_BODY"/>
          <p:cNvSpPr txBox="1"/>
          <p:nvPr/>
        </p:nvSpPr>
        <p:spPr>
          <a:xfrm>
            <a:off x="5700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10_PHASE_2_CARD"/>
          <p:cNvSpPr/>
          <p:nvPr/>
        </p:nvSpPr>
        <p:spPr>
          <a:xfrm>
            <a:off x="42060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BAND"/>
          <p:cNvSpPr/>
          <p:nvPr/>
        </p:nvSpPr>
        <p:spPr>
          <a:xfrm>
            <a:off x="4206059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10_PHASE_2_NUMBER"/>
          <p:cNvSpPr/>
          <p:nvPr/>
        </p:nvSpPr>
        <p:spPr>
          <a:xfrm>
            <a:off x="4278059" y="1665000"/>
            <a:ext cx="410399" cy="410399"/>
          </a:xfrm>
          <a:prstGeom prst="ellipse">
            <a:avLst/>
          </a:prstGeom>
          <a:solidFill>
            <a:srgbClr val="A25871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8" name="S10_PHASE_2_TITLE"/>
          <p:cNvSpPr txBox="1"/>
          <p:nvPr/>
        </p:nvSpPr>
        <p:spPr>
          <a:xfrm>
            <a:off x="48396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9" name="S10_PHASE_2_SUBTITLE"/>
          <p:cNvSpPr txBox="1"/>
          <p:nvPr/>
        </p:nvSpPr>
        <p:spPr>
          <a:xfrm>
            <a:off x="48396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30" name="S10_PHASE_2_ITEM_1_BULLET"/>
          <p:cNvSpPr/>
          <p:nvPr/>
        </p:nvSpPr>
        <p:spPr>
          <a:xfrm>
            <a:off x="4386059" y="23975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10_PHASE_2_ITEM_1_TITLE"/>
          <p:cNvSpPr txBox="1"/>
          <p:nvPr/>
        </p:nvSpPr>
        <p:spPr>
          <a:xfrm>
            <a:off x="45732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2" name="S10_PHASE_2_ITEM_1_BODY"/>
          <p:cNvSpPr txBox="1"/>
          <p:nvPr/>
        </p:nvSpPr>
        <p:spPr>
          <a:xfrm>
            <a:off x="45732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3500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4" name="S10_PHASE_2_ITEM_2_BULLET"/>
          <p:cNvSpPr/>
          <p:nvPr/>
        </p:nvSpPr>
        <p:spPr>
          <a:xfrm>
            <a:off x="4386059" y="35243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10_PHASE_2_ITEM_2_TITLE"/>
          <p:cNvSpPr txBox="1"/>
          <p:nvPr/>
        </p:nvSpPr>
        <p:spPr>
          <a:xfrm>
            <a:off x="45732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6" name="S10_PHASE_2_ITEM_2_BODY"/>
          <p:cNvSpPr txBox="1"/>
          <p:nvPr/>
        </p:nvSpPr>
        <p:spPr>
          <a:xfrm>
            <a:off x="45732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3500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8" name="S10_PHASE_2_ITEM_3_BULLET"/>
          <p:cNvSpPr/>
          <p:nvPr/>
        </p:nvSpPr>
        <p:spPr>
          <a:xfrm>
            <a:off x="4386059" y="465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10_PHASE_2_ITEM_3_TITLE"/>
          <p:cNvSpPr txBox="1"/>
          <p:nvPr/>
        </p:nvSpPr>
        <p:spPr>
          <a:xfrm>
            <a:off x="45732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40" name="S10_PHASE_2_ITEM_3_BODY"/>
          <p:cNvSpPr txBox="1"/>
          <p:nvPr/>
        </p:nvSpPr>
        <p:spPr>
          <a:xfrm>
            <a:off x="45732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1" name="S10_PHASE_3_CARD"/>
          <p:cNvSpPr/>
          <p:nvPr/>
        </p:nvSpPr>
        <p:spPr>
          <a:xfrm>
            <a:off x="82092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BAND"/>
          <p:cNvSpPr/>
          <p:nvPr/>
        </p:nvSpPr>
        <p:spPr>
          <a:xfrm>
            <a:off x="8209259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10_PHASE_3_NUMBER"/>
          <p:cNvSpPr/>
          <p:nvPr/>
        </p:nvSpPr>
        <p:spPr>
          <a:xfrm>
            <a:off x="8281259" y="1665000"/>
            <a:ext cx="410399" cy="410399"/>
          </a:xfrm>
          <a:prstGeom prst="ellipse">
            <a:avLst/>
          </a:prstGeom>
          <a:solidFill>
            <a:srgbClr val="FDA85B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4" name="S10_PHASE_3_TITLE"/>
          <p:cNvSpPr txBox="1"/>
          <p:nvPr/>
        </p:nvSpPr>
        <p:spPr>
          <a:xfrm>
            <a:off x="884286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5" name="S10_PHASE_3_SUBTITLE"/>
          <p:cNvSpPr txBox="1"/>
          <p:nvPr/>
        </p:nvSpPr>
        <p:spPr>
          <a:xfrm>
            <a:off x="884286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6" name="S10_PHASE_3_ITEM_1_BULLET"/>
          <p:cNvSpPr/>
          <p:nvPr/>
        </p:nvSpPr>
        <p:spPr>
          <a:xfrm>
            <a:off x="8389259" y="23975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10_PHASE_3_ITEM_1_TITLE"/>
          <p:cNvSpPr txBox="1"/>
          <p:nvPr/>
        </p:nvSpPr>
        <p:spPr>
          <a:xfrm>
            <a:off x="85764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8" name="S10_PHASE_3_ITEM_1_BODY"/>
          <p:cNvSpPr txBox="1"/>
          <p:nvPr/>
        </p:nvSpPr>
        <p:spPr>
          <a:xfrm>
            <a:off x="85764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3532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0" name="S10_PHASE_3_ITEM_2_BULLET"/>
          <p:cNvSpPr/>
          <p:nvPr/>
        </p:nvSpPr>
        <p:spPr>
          <a:xfrm>
            <a:off x="8389259" y="35243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10_PHASE_3_ITEM_2_TITLE"/>
          <p:cNvSpPr txBox="1"/>
          <p:nvPr/>
        </p:nvSpPr>
        <p:spPr>
          <a:xfrm>
            <a:off x="85764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2" name="S10_PHASE_3_ITEM_2_BODY"/>
          <p:cNvSpPr txBox="1"/>
          <p:nvPr/>
        </p:nvSpPr>
        <p:spPr>
          <a:xfrm>
            <a:off x="85764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532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4" name="S10_PHASE_3_ITEM_3_BULLET"/>
          <p:cNvSpPr/>
          <p:nvPr/>
        </p:nvSpPr>
        <p:spPr>
          <a:xfrm>
            <a:off x="8389259" y="465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10_PHASE_3_ITEM_3_TITLE"/>
          <p:cNvSpPr txBox="1"/>
          <p:nvPr/>
        </p:nvSpPr>
        <p:spPr>
          <a:xfrm>
            <a:off x="85764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6" name="S10_PHASE_3_ITEM_3_BODY"/>
          <p:cNvSpPr txBox="1"/>
          <p:nvPr/>
        </p:nvSpPr>
        <p:spPr>
          <a:xfrm>
            <a:off x="85764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7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11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11_BLOCK_1_ACCENT_BAR"/>
          <p:cNvSpPr/>
          <p:nvPr/>
        </p:nvSpPr>
        <p:spPr>
          <a:xfrm>
            <a:off x="392400" y="115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S11_BLOCK_1_NUMB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1242000"/>
            <a:ext cx="1440000" cy="792000"/>
          </a:xfrm>
          <a:prstGeom prst="rect">
            <a:avLst/>
          </a:prstGeom>
        </p:spPr>
      </p:pic>
      <p:sp>
        <p:nvSpPr>
          <p:cNvPr id="10" name="S11_BLOCK_1_TITLE"/>
          <p:cNvSpPr txBox="1"/>
          <p:nvPr/>
        </p:nvSpPr>
        <p:spPr>
          <a:xfrm>
            <a:off x="720000" y="124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1" name="S11_BLOCK_1_BODY"/>
          <p:cNvSpPr txBox="1"/>
          <p:nvPr/>
        </p:nvSpPr>
        <p:spPr>
          <a:xfrm>
            <a:off x="720000" y="167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2" name="S11_BLOCK_2_ACCENT_BAR"/>
          <p:cNvSpPr/>
          <p:nvPr/>
        </p:nvSpPr>
        <p:spPr>
          <a:xfrm>
            <a:off x="392400" y="277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S11_BLOCK_2_NUMB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2872800"/>
            <a:ext cx="1440000" cy="792000"/>
          </a:xfrm>
          <a:prstGeom prst="rect">
            <a:avLst/>
          </a:prstGeom>
        </p:spPr>
      </p:pic>
      <p:sp>
        <p:nvSpPr>
          <p:cNvPr id="14" name="S11_BLOCK_2_TITLE"/>
          <p:cNvSpPr txBox="1"/>
          <p:nvPr/>
        </p:nvSpPr>
        <p:spPr>
          <a:xfrm>
            <a:off x="720000" y="2872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5" name="S11_BLOCK_2_BODY"/>
          <p:cNvSpPr txBox="1"/>
          <p:nvPr/>
        </p:nvSpPr>
        <p:spPr>
          <a:xfrm>
            <a:off x="720000" y="3304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6" name="S11_BLOCK_3_ACCENT_BAR"/>
          <p:cNvSpPr/>
          <p:nvPr/>
        </p:nvSpPr>
        <p:spPr>
          <a:xfrm>
            <a:off x="392400" y="439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11_BLOCK_3_NUMB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00" y="4482000"/>
            <a:ext cx="1440000" cy="792000"/>
          </a:xfrm>
          <a:prstGeom prst="rect">
            <a:avLst/>
          </a:prstGeom>
        </p:spPr>
      </p:pic>
      <p:sp>
        <p:nvSpPr>
          <p:cNvPr id="18" name="S11_BLOCK_3_TITLE"/>
          <p:cNvSpPr txBox="1"/>
          <p:nvPr/>
        </p:nvSpPr>
        <p:spPr>
          <a:xfrm>
            <a:off x="720000" y="448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9" name="S11_BLOCK_3_BODY"/>
          <p:cNvSpPr txBox="1"/>
          <p:nvPr/>
        </p:nvSpPr>
        <p:spPr>
          <a:xfrm>
            <a:off x="720000" y="491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20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