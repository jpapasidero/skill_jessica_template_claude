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10800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sp>
        <p:nvSpPr>
          <p:cNvPr id="19" name="S06_R1C2"/>
          <p:cNvSpPr txBox="1"/>
          <p:nvPr/>
        </p:nvSpPr>
        <p:spPr>
          <a:xfrm>
            <a:off x="4172400" y="23616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sp>
        <p:nvSpPr>
          <p:cNvPr id="20" name="S06_R1C3"/>
          <p:cNvSpPr txBox="1"/>
          <p:nvPr/>
        </p:nvSpPr>
        <p:spPr>
          <a:xfrm>
            <a:off x="6256800" y="23616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sp>
        <p:nvSpPr>
          <p:cNvPr id="21" name="S06_R1C4"/>
          <p:cNvSpPr txBox="1"/>
          <p:nvPr/>
        </p:nvSpPr>
        <p:spPr>
          <a:xfrm>
            <a:off x="8013600" y="23616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sp>
        <p:nvSpPr>
          <p:cNvPr id="22" name="S06_R1C5"/>
          <p:cNvSpPr txBox="1"/>
          <p:nvPr/>
        </p:nvSpPr>
        <p:spPr>
          <a:xfrm>
            <a:off x="10332000" y="23616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23" name="S06_R2_BG"/>
          <p:cNvSpPr/>
          <p:nvPr/>
        </p:nvSpPr>
        <p:spPr>
          <a:xfrm>
            <a:off x="547200" y="2869200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6_R2C1"/>
          <p:cNvSpPr txBox="1"/>
          <p:nvPr/>
        </p:nvSpPr>
        <p:spPr>
          <a:xfrm>
            <a:off x="547200" y="28692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sp>
        <p:nvSpPr>
          <p:cNvPr id="25" name="S06_R2C2"/>
          <p:cNvSpPr txBox="1"/>
          <p:nvPr/>
        </p:nvSpPr>
        <p:spPr>
          <a:xfrm>
            <a:off x="4172400" y="28692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sp>
        <p:nvSpPr>
          <p:cNvPr id="26" name="S06_R2C3"/>
          <p:cNvSpPr txBox="1"/>
          <p:nvPr/>
        </p:nvSpPr>
        <p:spPr>
          <a:xfrm>
            <a:off x="6256800" y="28692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sp>
        <p:nvSpPr>
          <p:cNvPr id="27" name="S06_R2C4"/>
          <p:cNvSpPr txBox="1"/>
          <p:nvPr/>
        </p:nvSpPr>
        <p:spPr>
          <a:xfrm>
            <a:off x="8013600" y="28692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28" name="S06_R2C5"/>
          <p:cNvSpPr txBox="1"/>
          <p:nvPr/>
        </p:nvSpPr>
        <p:spPr>
          <a:xfrm>
            <a:off x="10332000" y="28692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sp>
        <p:nvSpPr>
          <p:cNvPr id="29" name="S06_R3_BG"/>
          <p:cNvSpPr/>
          <p:nvPr/>
        </p:nvSpPr>
        <p:spPr>
          <a:xfrm>
            <a:off x="547200" y="33768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6_R3C1"/>
          <p:cNvSpPr txBox="1"/>
          <p:nvPr/>
        </p:nvSpPr>
        <p:spPr>
          <a:xfrm>
            <a:off x="547200" y="33768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sp>
        <p:nvSpPr>
          <p:cNvPr id="31" name="S06_R3C2"/>
          <p:cNvSpPr txBox="1"/>
          <p:nvPr/>
        </p:nvSpPr>
        <p:spPr>
          <a:xfrm>
            <a:off x="4172400" y="33768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sp>
        <p:nvSpPr>
          <p:cNvPr id="32" name="S06_R3C3"/>
          <p:cNvSpPr txBox="1"/>
          <p:nvPr/>
        </p:nvSpPr>
        <p:spPr>
          <a:xfrm>
            <a:off x="6256800" y="33768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sp>
        <p:nvSpPr>
          <p:cNvPr id="33" name="S06_R3C4"/>
          <p:cNvSpPr txBox="1"/>
          <p:nvPr/>
        </p:nvSpPr>
        <p:spPr>
          <a:xfrm>
            <a:off x="8013600" y="33768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sp>
        <p:nvSpPr>
          <p:cNvPr id="34" name="S06_R3C5"/>
          <p:cNvSpPr txBox="1"/>
          <p:nvPr/>
        </p:nvSpPr>
        <p:spPr>
          <a:xfrm>
            <a:off x="10332000" y="33768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sp>
        <p:nvSpPr>
          <p:cNvPr id="35" name="S06_R4_BG"/>
          <p:cNvSpPr/>
          <p:nvPr/>
        </p:nvSpPr>
        <p:spPr>
          <a:xfrm>
            <a:off x="547200" y="3884399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S06_R4C1"/>
          <p:cNvSpPr txBox="1"/>
          <p:nvPr/>
        </p:nvSpPr>
        <p:spPr>
          <a:xfrm>
            <a:off x="547200" y="3884399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sp>
        <p:nvSpPr>
          <p:cNvPr id="37" name="S06_R4C2"/>
          <p:cNvSpPr txBox="1"/>
          <p:nvPr/>
        </p:nvSpPr>
        <p:spPr>
          <a:xfrm>
            <a:off x="4172400" y="3884399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sp>
        <p:nvSpPr>
          <p:cNvPr id="38" name="S06_R4C3"/>
          <p:cNvSpPr txBox="1"/>
          <p:nvPr/>
        </p:nvSpPr>
        <p:spPr>
          <a:xfrm>
            <a:off x="6256800" y="3884399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sp>
        <p:nvSpPr>
          <p:cNvPr id="39" name="S06_R4C4"/>
          <p:cNvSpPr txBox="1"/>
          <p:nvPr/>
        </p:nvSpPr>
        <p:spPr>
          <a:xfrm>
            <a:off x="8013600" y="3884399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40" name="S06_R4C5"/>
          <p:cNvSpPr txBox="1"/>
          <p:nvPr/>
        </p:nvSpPr>
        <p:spPr>
          <a:xfrm>
            <a:off x="10332000" y="3884399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10000"/>
            </a:avLst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10000"/>
            </a:avLst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10000"/>
            </a:avLst>
          </a:prstGeom>
          <a:solidFill>
            <a:srgbClr val="D473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10000"/>
            </a:avLst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10000"/>
            </a:avLst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