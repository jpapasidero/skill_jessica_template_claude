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89" r:id="rId6"/>
    <p:sldMasterId id="2147483700" r:id="rId7"/>
  </p:sldMasterIdLst>
  <p:notesMasterIdLst>
    <p:notesMasterId r:id="rId16"/>
  </p:notesMasterIdLst>
  <p:handoutMasterIdLst>
    <p:handoutMasterId r:id="rId17"/>
  </p:handoutMasterIdLst>
  <p:sldIdLst>
    <p:sldId id="1371" r:id="rId8"/>
    <p:sldId id="1372" r:id="rId9"/>
    <p:sldId id="1373" r:id="rId10"/>
    <p:sldId id="1374" r:id="rId11"/>
    <p:sldId id="1375" r:id="rId12"/>
    <p:sldId id="1376" r:id="rId13"/>
    <p:sldId id="1377" r:id="rId14"/>
    <p:sldId id="1378" r:id="rId15"/>
  </p:sldIdLst>
  <p:sldSz cx="12192000" cy="6858000"/>
  <p:notesSz cx="9926638" cy="142954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37A"/>
    <a:srgbClr val="F1D3D5"/>
    <a:srgbClr val="D5B3BE"/>
    <a:srgbClr val="FBCC58"/>
    <a:srgbClr val="FDA85B"/>
    <a:srgbClr val="FEE3CA"/>
    <a:srgbClr val="A25871"/>
    <a:srgbClr val="484C6A"/>
    <a:srgbClr val="6A5D79"/>
    <a:srgbClr val="BBB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B9378-1B50-4FEF-9A9F-34C3A185C35A}" v="1" dt="2026-05-12T20:51:06.128"/>
    <p1510:client id="{D629FE63-6339-41FD-8287-A80D309AA96D}" v="35" dt="2026-05-13T07:19:31.953"/>
    <p1510:client id="{F82A84DE-DCEA-45D6-8AF0-A8897ACBCBCC}" v="1" dt="2026-05-12T20:47:03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4" autoAdjust="0"/>
    <p:restoredTop sz="94310" autoAdjust="0"/>
  </p:normalViewPr>
  <p:slideViewPr>
    <p:cSldViewPr snapToGrid="0">
      <p:cViewPr varScale="1">
        <p:scale>
          <a:sx n="101" d="100"/>
          <a:sy n="101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7D99B70-9FC1-51FA-DCF9-D299CEE0E7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2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7A3680D-BAB1-0310-C532-0A6F50E111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800" y="2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r">
              <a:defRPr sz="1700"/>
            </a:lvl1pPr>
          </a:lstStyle>
          <a:p>
            <a:fld id="{15BF6E2A-684C-4150-930B-CA1D9928D36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8F4A1F9-4197-A153-8A68-361160B800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13578188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839E68-D0C0-942A-36DB-3A5530F207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800" y="13578188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r">
              <a:defRPr sz="1700"/>
            </a:lvl1pPr>
          </a:lstStyle>
          <a:p>
            <a:fld id="{B0C4D4CC-83DC-495E-87F6-664AA30C211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58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802" y="4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r">
              <a:defRPr sz="1700"/>
            </a:lvl1pPr>
          </a:lstStyle>
          <a:p>
            <a:fld id="{5632301F-33B5-40C9-85D3-2B2B6B419586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69925" y="1784350"/>
            <a:ext cx="8586788" cy="48291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620" tIns="66810" rIns="133620" bIns="6681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2665" y="6879681"/>
            <a:ext cx="7941310" cy="5628828"/>
          </a:xfrm>
          <a:prstGeom prst="rect">
            <a:avLst/>
          </a:prstGeom>
        </p:spPr>
        <p:txBody>
          <a:bodyPr vert="horz" lIns="133620" tIns="66810" rIns="133620" bIns="6681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5" y="13578189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802" y="13578189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r">
              <a:defRPr sz="1700"/>
            </a:lvl1pPr>
          </a:lstStyle>
          <a:p>
            <a:fld id="{95E1B50E-7E8F-429F-B426-330AB99C6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91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B77B2-8E4B-8252-489B-073DB064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028C6A-E782-AA83-45F1-FDAF42DE4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D51432-2CAF-890E-7D04-D09DBC2E2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FAA4E6-F050-1D57-1B0E-603CECFCF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8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02B6B-E2A8-A344-12E2-CCFB73D9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C80595-9A95-389E-5789-9AA8BBB7F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4EBD392-6ED0-6076-22F8-7D487A881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73D26E-84B9-E9F3-FD26-01E2FB263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885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1999-9E37-5DCE-99D6-20407883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F8A4FD-AF53-3719-D581-E558038FF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F0F6B9-BC8B-B782-929F-F12FB1FA9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00AC0D-D19F-6D3E-05A3-32EB3A64F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611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B9C1-01F8-75B9-72E9-4184C1D0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34BE69-EC20-D634-4536-80FF17135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85EB31-E488-5E6D-800B-2A01B0BA4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58B667-AD15-EC7A-ABF0-017949808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889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3A3A-3FDD-E225-E7EE-01D28038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878A1C-F218-DC95-796D-8071E10C6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37AF25-7069-99BE-945C-71B8FCAEE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C8ABE7-5254-6388-FE02-7E9F59AE5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003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8128-074D-2B60-1ABF-C00450D6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88A6B5-CC2C-87CB-FCCA-01DCB7EF3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19754F-E6EC-0D20-7F28-E3A4E0DCD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69AC8D-9BFA-2495-2179-FE103B797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307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708F-D58A-6D14-1CCE-AE8D10A4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6B8D2EC-0EEE-2924-CB70-553570396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9E1167-9CAB-9206-B593-C8E006552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5BF467-3A52-F508-7405-C28E0C841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962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EB87-968F-7493-7CDD-516C107D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004D6-3413-505D-7C16-8E13C356F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EAA64B-D806-8F58-BCE9-3FFCBE2B8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68328A-9B1E-4383-335F-F501A1C64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18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[compagny]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2B910FF-E094-4686-2C72-ECC4EA3E63DA}"/>
              </a:ext>
            </a:extLst>
          </p:cNvPr>
          <p:cNvSpPr>
            <a:spLocks/>
          </p:cNvSpPr>
          <p:nvPr/>
        </p:nvSpPr>
        <p:spPr>
          <a:xfrm>
            <a:off x="114298" y="5641978"/>
            <a:ext cx="11896728" cy="704847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DBE0E-AB59-532F-921C-C32E407024DA}"/>
              </a:ext>
            </a:extLst>
          </p:cNvPr>
          <p:cNvSpPr>
            <a:spLocks/>
          </p:cNvSpPr>
          <p:nvPr/>
        </p:nvSpPr>
        <p:spPr>
          <a:xfrm>
            <a:off x="-1" y="6305550"/>
            <a:ext cx="12125325" cy="552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E2018C9-6FAF-66A0-FC77-17202EE7E6E4}"/>
              </a:ext>
            </a:extLst>
          </p:cNvPr>
          <p:cNvSpPr/>
          <p:nvPr/>
        </p:nvSpPr>
        <p:spPr>
          <a:xfrm>
            <a:off x="114300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BE7C1234-9BF8-54F2-967C-B0C1E9558626}"/>
              </a:ext>
            </a:extLst>
          </p:cNvPr>
          <p:cNvSpPr/>
          <p:nvPr/>
        </p:nvSpPr>
        <p:spPr>
          <a:xfrm flipH="1">
            <a:off x="11842756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209199B-CC1B-78B3-9646-EFADA779D08B}"/>
              </a:ext>
            </a:extLst>
          </p:cNvPr>
          <p:cNvSpPr/>
          <p:nvPr/>
        </p:nvSpPr>
        <p:spPr>
          <a:xfrm>
            <a:off x="0" y="-3175"/>
            <a:ext cx="12192000" cy="6858000"/>
          </a:xfrm>
          <a:custGeom>
            <a:avLst/>
            <a:gdLst>
              <a:gd name="connsiteX0" fmla="*/ 342070 w 12192000"/>
              <a:gd name="connsiteY0" fmla="*/ 219075 h 6858000"/>
              <a:gd name="connsiteX1" fmla="*/ 203200 w 12192000"/>
              <a:gd name="connsiteY1" fmla="*/ 357945 h 6858000"/>
              <a:gd name="connsiteX2" fmla="*/ 203200 w 12192000"/>
              <a:gd name="connsiteY2" fmla="*/ 6506405 h 6858000"/>
              <a:gd name="connsiteX3" fmla="*/ 342070 w 12192000"/>
              <a:gd name="connsiteY3" fmla="*/ 6645275 h 6858000"/>
              <a:gd name="connsiteX4" fmla="*/ 11837230 w 12192000"/>
              <a:gd name="connsiteY4" fmla="*/ 6645275 h 6858000"/>
              <a:gd name="connsiteX5" fmla="*/ 11976100 w 12192000"/>
              <a:gd name="connsiteY5" fmla="*/ 6506405 h 6858000"/>
              <a:gd name="connsiteX6" fmla="*/ 11976100 w 12192000"/>
              <a:gd name="connsiteY6" fmla="*/ 357945 h 6858000"/>
              <a:gd name="connsiteX7" fmla="*/ 11837230 w 12192000"/>
              <a:gd name="connsiteY7" fmla="*/ 21907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342070" y="219075"/>
                </a:moveTo>
                <a:cubicBezTo>
                  <a:pt x="265374" y="219075"/>
                  <a:pt x="203200" y="281249"/>
                  <a:pt x="203200" y="357945"/>
                </a:cubicBezTo>
                <a:lnTo>
                  <a:pt x="203200" y="6506405"/>
                </a:lnTo>
                <a:cubicBezTo>
                  <a:pt x="203200" y="6583101"/>
                  <a:pt x="265374" y="6645275"/>
                  <a:pt x="342070" y="6645275"/>
                </a:cubicBezTo>
                <a:lnTo>
                  <a:pt x="11837230" y="6645275"/>
                </a:lnTo>
                <a:cubicBezTo>
                  <a:pt x="11913926" y="6645275"/>
                  <a:pt x="11976100" y="6583101"/>
                  <a:pt x="11976100" y="6506405"/>
                </a:cubicBezTo>
                <a:lnTo>
                  <a:pt x="11976100" y="357945"/>
                </a:lnTo>
                <a:cubicBezTo>
                  <a:pt x="11976100" y="281249"/>
                  <a:pt x="11913926" y="219075"/>
                  <a:pt x="11837230" y="2190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01D6153B-97A1-3966-D1C0-E44A64B7E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>
            <a:off x="4624388" y="10800"/>
            <a:ext cx="2319739" cy="507998"/>
          </a:xfrm>
          <a:custGeom>
            <a:avLst/>
            <a:gdLst>
              <a:gd name="connsiteX0" fmla="*/ 0 w 2409825"/>
              <a:gd name="connsiteY0" fmla="*/ 0 h 550069"/>
              <a:gd name="connsiteX1" fmla="*/ 2409825 w 2409825"/>
              <a:gd name="connsiteY1" fmla="*/ 0 h 550069"/>
              <a:gd name="connsiteX2" fmla="*/ 2409825 w 2409825"/>
              <a:gd name="connsiteY2" fmla="*/ 550069 h 550069"/>
              <a:gd name="connsiteX3" fmla="*/ 0 w 2409825"/>
              <a:gd name="connsiteY3" fmla="*/ 550069 h 55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9">
                <a:moveTo>
                  <a:pt x="0" y="0"/>
                </a:moveTo>
                <a:lnTo>
                  <a:pt x="2409825" y="0"/>
                </a:lnTo>
                <a:lnTo>
                  <a:pt x="2409825" y="550069"/>
                </a:lnTo>
                <a:lnTo>
                  <a:pt x="0" y="550069"/>
                </a:lnTo>
                <a:close/>
              </a:path>
            </a:pathLst>
          </a:cu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C23CE86-6A84-5E52-BA3F-9DD1F6DBB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 flipH="1">
            <a:off x="5247875" y="10800"/>
            <a:ext cx="2319739" cy="507997"/>
          </a:xfrm>
          <a:custGeom>
            <a:avLst/>
            <a:gdLst>
              <a:gd name="connsiteX0" fmla="*/ 2409825 w 2409825"/>
              <a:gd name="connsiteY0" fmla="*/ 0 h 550068"/>
              <a:gd name="connsiteX1" fmla="*/ 0 w 2409825"/>
              <a:gd name="connsiteY1" fmla="*/ 0 h 550068"/>
              <a:gd name="connsiteX2" fmla="*/ 0 w 2409825"/>
              <a:gd name="connsiteY2" fmla="*/ 550068 h 550068"/>
              <a:gd name="connsiteX3" fmla="*/ 2409825 w 2409825"/>
              <a:gd name="connsiteY3" fmla="*/ 550068 h 5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8">
                <a:moveTo>
                  <a:pt x="2409825" y="0"/>
                </a:moveTo>
                <a:lnTo>
                  <a:pt x="0" y="0"/>
                </a:lnTo>
                <a:lnTo>
                  <a:pt x="0" y="550068"/>
                </a:lnTo>
                <a:lnTo>
                  <a:pt x="2409825" y="550068"/>
                </a:lnTo>
                <a:close/>
              </a:path>
            </a:pathLst>
          </a:custGeom>
        </p:spPr>
      </p:pic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977CA17-93FC-6A5E-35AE-37F10844291B}"/>
              </a:ext>
            </a:extLst>
          </p:cNvPr>
          <p:cNvSpPr/>
          <p:nvPr/>
        </p:nvSpPr>
        <p:spPr>
          <a:xfrm rot="16200000" flipH="1">
            <a:off x="446051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3A2BBC2-501B-F0C1-42D1-4B9E5A5A7942}"/>
              </a:ext>
            </a:extLst>
          </p:cNvPr>
          <p:cNvSpPr/>
          <p:nvPr/>
        </p:nvSpPr>
        <p:spPr>
          <a:xfrm rot="5400000">
            <a:off x="755852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C30FB9-677B-AA14-1466-60A25F2821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7D31DAF-9EF6-240A-AA23-271303670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4" y="775464"/>
            <a:ext cx="7520400" cy="1890206"/>
          </a:xfrm>
          <a:prstGeom prst="roundRect">
            <a:avLst>
              <a:gd name="adj" fmla="val 68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97000"/>
                </a:schemeClr>
              </a:gs>
              <a:gs pos="100000">
                <a:schemeClr val="bg1">
                  <a:alpha val="55000"/>
                </a:schemeClr>
              </a:gs>
            </a:gsLst>
            <a:lin ang="4200000" scaled="0"/>
          </a:gradFill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700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/>
              <a:t>Title of the</a:t>
            </a:r>
            <a:br>
              <a:rPr lang="en-US"/>
            </a:br>
            <a:r>
              <a:rPr lang="en-US"/>
              <a:t>presentation here</a:t>
            </a:r>
            <a:endParaRPr lang="en-GB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3B835E1F-2F6A-50AC-4120-8843C610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86" y="2051588"/>
            <a:ext cx="1880643" cy="492443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600">
                <a:solidFill>
                  <a:srgbClr val="112753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698797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no visual [compagny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sp>
        <p:nvSpPr>
          <p:cNvPr id="28" name="Graphique 20">
            <a:extLst>
              <a:ext uri="{FF2B5EF4-FFF2-40B4-BE49-F238E27FC236}">
                <a16:creationId xmlns:a16="http://schemas.microsoft.com/office/drawing/2014/main" id="{E888F944-1054-0A87-B76D-10CF9D63E6BB}"/>
              </a:ext>
            </a:extLst>
          </p:cNvPr>
          <p:cNvSpPr/>
          <p:nvPr/>
        </p:nvSpPr>
        <p:spPr>
          <a:xfrm>
            <a:off x="209550" y="220562"/>
            <a:ext cx="11772900" cy="6070853"/>
          </a:xfrm>
          <a:custGeom>
            <a:avLst/>
            <a:gdLst>
              <a:gd name="connsiteX0" fmla="*/ 11634026 w 11772900"/>
              <a:gd name="connsiteY0" fmla="*/ 0 h 6070853"/>
              <a:gd name="connsiteX1" fmla="*/ 7090696 w 11772900"/>
              <a:gd name="connsiteY1" fmla="*/ 0 h 6070853"/>
              <a:gd name="connsiteX2" fmla="*/ 7040214 w 11772900"/>
              <a:gd name="connsiteY2" fmla="*/ 43529 h 6070853"/>
              <a:gd name="connsiteX3" fmla="*/ 6970110 w 11772900"/>
              <a:gd name="connsiteY3" fmla="*/ 243650 h 6070853"/>
              <a:gd name="connsiteX4" fmla="*/ 6900005 w 11772900"/>
              <a:gd name="connsiteY4" fmla="*/ 305943 h 6070853"/>
              <a:gd name="connsiteX5" fmla="*/ 4909090 w 11772900"/>
              <a:gd name="connsiteY5" fmla="*/ 305943 h 6070853"/>
              <a:gd name="connsiteX6" fmla="*/ 4839272 w 11772900"/>
              <a:gd name="connsiteY6" fmla="*/ 243650 h 6070853"/>
              <a:gd name="connsiteX7" fmla="*/ 4769454 w 11772900"/>
              <a:gd name="connsiteY7" fmla="*/ 43529 h 6070853"/>
              <a:gd name="connsiteX8" fmla="*/ 4719162 w 11772900"/>
              <a:gd name="connsiteY8" fmla="*/ 0 h 6070853"/>
              <a:gd name="connsiteX9" fmla="*/ 138875 w 11772900"/>
              <a:gd name="connsiteY9" fmla="*/ 0 h 6070853"/>
              <a:gd name="connsiteX10" fmla="*/ 0 w 11772900"/>
              <a:gd name="connsiteY10" fmla="*/ 138875 h 6070853"/>
              <a:gd name="connsiteX11" fmla="*/ 0 w 11772900"/>
              <a:gd name="connsiteY11" fmla="*/ 5086350 h 6070853"/>
              <a:gd name="connsiteX12" fmla="*/ 2381 w 11772900"/>
              <a:gd name="connsiteY12" fmla="*/ 5086350 h 6070853"/>
              <a:gd name="connsiteX13" fmla="*/ 2381 w 11772900"/>
              <a:gd name="connsiteY13" fmla="*/ 5912930 h 6070853"/>
              <a:gd name="connsiteX14" fmla="*/ 139065 w 11772900"/>
              <a:gd name="connsiteY14" fmla="*/ 6062663 h 6070853"/>
              <a:gd name="connsiteX15" fmla="*/ 149257 w 11772900"/>
              <a:gd name="connsiteY15" fmla="*/ 6062663 h 6070853"/>
              <a:gd name="connsiteX16" fmla="*/ 149257 w 11772900"/>
              <a:gd name="connsiteY16" fmla="*/ 6070854 h 6070853"/>
              <a:gd name="connsiteX17" fmla="*/ 5886546 w 11772900"/>
              <a:gd name="connsiteY17" fmla="*/ 5424488 h 6070853"/>
              <a:gd name="connsiteX18" fmla="*/ 11636407 w 11772900"/>
              <a:gd name="connsiteY18" fmla="*/ 6066854 h 6070853"/>
              <a:gd name="connsiteX19" fmla="*/ 11636407 w 11772900"/>
              <a:gd name="connsiteY19" fmla="*/ 6062663 h 6070853"/>
              <a:gd name="connsiteX20" fmla="*/ 11646598 w 11772900"/>
              <a:gd name="connsiteY20" fmla="*/ 6062663 h 6070853"/>
              <a:gd name="connsiteX21" fmla="*/ 11772900 w 11772900"/>
              <a:gd name="connsiteY21" fmla="*/ 5970080 h 6070853"/>
              <a:gd name="connsiteX22" fmla="*/ 11772900 w 11772900"/>
              <a:gd name="connsiteY22" fmla="*/ 138875 h 6070853"/>
              <a:gd name="connsiteX23" fmla="*/ 11634026 w 11772900"/>
              <a:gd name="connsiteY23" fmla="*/ 0 h 607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772900" h="6070853">
                <a:moveTo>
                  <a:pt x="11634026" y="0"/>
                </a:moveTo>
                <a:lnTo>
                  <a:pt x="7090696" y="0"/>
                </a:lnTo>
                <a:cubicBezTo>
                  <a:pt x="7072122" y="7049"/>
                  <a:pt x="7048310" y="20288"/>
                  <a:pt x="7040214" y="43529"/>
                </a:cubicBezTo>
                <a:lnTo>
                  <a:pt x="6970110" y="243650"/>
                </a:lnTo>
                <a:cubicBezTo>
                  <a:pt x="6970110" y="243650"/>
                  <a:pt x="6946773" y="305943"/>
                  <a:pt x="6900005" y="305943"/>
                </a:cubicBezTo>
                <a:lnTo>
                  <a:pt x="4909090" y="305943"/>
                </a:lnTo>
                <a:cubicBezTo>
                  <a:pt x="4862513" y="305943"/>
                  <a:pt x="4839272" y="243650"/>
                  <a:pt x="4839272" y="243650"/>
                </a:cubicBezTo>
                <a:lnTo>
                  <a:pt x="4769454" y="43529"/>
                </a:lnTo>
                <a:cubicBezTo>
                  <a:pt x="4761357" y="20288"/>
                  <a:pt x="4737735" y="7049"/>
                  <a:pt x="4719162" y="0"/>
                </a:cubicBezTo>
                <a:lnTo>
                  <a:pt x="138875" y="0"/>
                </a:lnTo>
                <a:cubicBezTo>
                  <a:pt x="62198" y="0"/>
                  <a:pt x="0" y="62198"/>
                  <a:pt x="0" y="138875"/>
                </a:cubicBezTo>
                <a:lnTo>
                  <a:pt x="0" y="5086350"/>
                </a:lnTo>
                <a:lnTo>
                  <a:pt x="2381" y="5086350"/>
                </a:lnTo>
                <a:lnTo>
                  <a:pt x="2381" y="5912930"/>
                </a:lnTo>
                <a:cubicBezTo>
                  <a:pt x="2381" y="5995607"/>
                  <a:pt x="63532" y="6062663"/>
                  <a:pt x="139065" y="6062663"/>
                </a:cubicBezTo>
                <a:lnTo>
                  <a:pt x="149257" y="6062663"/>
                </a:lnTo>
                <a:lnTo>
                  <a:pt x="149257" y="6070854"/>
                </a:lnTo>
                <a:cubicBezTo>
                  <a:pt x="1872520" y="5649754"/>
                  <a:pt x="3858197" y="5425535"/>
                  <a:pt x="5886546" y="5424488"/>
                </a:cubicBezTo>
                <a:cubicBezTo>
                  <a:pt x="7917752" y="5423345"/>
                  <a:pt x="9907905" y="5646230"/>
                  <a:pt x="11636407" y="6066854"/>
                </a:cubicBezTo>
                <a:lnTo>
                  <a:pt x="11636407" y="6062663"/>
                </a:lnTo>
                <a:lnTo>
                  <a:pt x="11646598" y="6062663"/>
                </a:lnTo>
                <a:cubicBezTo>
                  <a:pt x="11703558" y="6062663"/>
                  <a:pt x="11752326" y="6024467"/>
                  <a:pt x="11772900" y="5970080"/>
                </a:cubicBezTo>
                <a:lnTo>
                  <a:pt x="11772900" y="138875"/>
                </a:lnTo>
                <a:cubicBezTo>
                  <a:pt x="11772900" y="62198"/>
                  <a:pt x="11710797" y="0"/>
                  <a:pt x="11634026" y="0"/>
                </a:cubicBezTo>
                <a:close/>
              </a:path>
            </a:pathLst>
          </a:custGeom>
          <a:noFill/>
          <a:ln w="12700" cap="flat">
            <a:solidFill>
              <a:srgbClr val="525668">
                <a:alpha val="64706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6D8D3E-E247-B825-4FFE-7E7FE37E2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A7150A2-BDCD-7AB9-3B82-F78591480B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4" y="775464"/>
            <a:ext cx="7520400" cy="1890206"/>
          </a:xfrm>
          <a:prstGeom prst="roundRect">
            <a:avLst>
              <a:gd name="adj" fmla="val 6877"/>
            </a:avLst>
          </a:prstGeom>
          <a:noFill/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700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/>
              <a:t>Title of the</a:t>
            </a:r>
            <a:br>
              <a:rPr lang="en-US"/>
            </a:br>
            <a:r>
              <a:rPr lang="en-US"/>
              <a:t>presentation here</a:t>
            </a:r>
            <a:endParaRPr lang="en-GB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9AC0B3F4-CA34-C44C-160D-DD3377B0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86" y="2051588"/>
            <a:ext cx="1880643" cy="492443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600">
                <a:solidFill>
                  <a:srgbClr val="112753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969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v2[compagny]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/>
        </p:nvPicPr>
        <p:blipFill>
          <a:blip r:embed="rId3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4A2EBE39-32D3-A9DB-6878-0B9556DCB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27" r="1958"/>
          <a:stretch/>
        </p:blipFill>
        <p:spPr>
          <a:xfrm>
            <a:off x="431799" y="220562"/>
            <a:ext cx="11324771" cy="6096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45C6271-D4DB-6AFB-249F-F40525A10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37B1456D-CC81-5083-2248-D51DD4E2F2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4" y="775464"/>
            <a:ext cx="7520400" cy="1890206"/>
          </a:xfrm>
          <a:prstGeom prst="roundRect">
            <a:avLst>
              <a:gd name="adj" fmla="val 68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97000"/>
                </a:schemeClr>
              </a:gs>
              <a:gs pos="100000">
                <a:schemeClr val="bg1">
                  <a:alpha val="55000"/>
                </a:schemeClr>
              </a:gs>
            </a:gsLst>
            <a:lin ang="4200000" scaled="0"/>
          </a:gradFill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700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/>
              <a:t>Title of the</a:t>
            </a:r>
            <a:br>
              <a:rPr lang="en-US"/>
            </a:br>
            <a:r>
              <a:rPr lang="en-US"/>
              <a:t>presentation here</a:t>
            </a:r>
            <a:endParaRPr lang="en-GB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57A7439D-4679-B6C9-B926-CBBBB1F0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86" y="2051588"/>
            <a:ext cx="1880643" cy="492443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600">
                <a:solidFill>
                  <a:srgbClr val="112753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54865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1524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2919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1202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7499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PACT_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pic>
        <p:nvPicPr>
          <p:cNvPr id="3" name="ZONE_OMOC">
            <a:extLst>
              <a:ext uri="{FF2B5EF4-FFF2-40B4-BE49-F238E27FC236}">
                <a16:creationId xmlns:a16="http://schemas.microsoft.com/office/drawing/2014/main" id="{8A3A53B2-D099-35D2-2D2E-1DB66BEE52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0981"/>
            <a:ext cx="4094560" cy="344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6849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059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66464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6668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33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444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rgbClr val="122A57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8384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C7B4FC1-5F10-9CB1-7E39-0007F559DD5E}"/>
              </a:ext>
            </a:extLst>
          </p:cNvPr>
          <p:cNvSpPr/>
          <p:nvPr/>
        </p:nvSpPr>
        <p:spPr>
          <a:xfrm>
            <a:off x="308198" y="5670552"/>
            <a:ext cx="11575605" cy="626760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3F1D64C-9BE7-9463-D7A2-D4DA86C77212}"/>
              </a:ext>
            </a:extLst>
          </p:cNvPr>
          <p:cNvGrpSpPr/>
          <p:nvPr/>
        </p:nvGrpSpPr>
        <p:grpSpPr>
          <a:xfrm>
            <a:off x="4615543" y="2458519"/>
            <a:ext cx="2960914" cy="1940962"/>
            <a:chOff x="861349" y="0"/>
            <a:chExt cx="10466695" cy="6861211"/>
          </a:xfrm>
          <a:solidFill>
            <a:schemeClr val="accent6"/>
          </a:solidFill>
        </p:grpSpPr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25593FCB-7F44-74C3-EA1E-CEB7F2F67530}"/>
                </a:ext>
              </a:extLst>
            </p:cNvPr>
            <p:cNvGrpSpPr/>
            <p:nvPr/>
          </p:nvGrpSpPr>
          <p:grpSpPr>
            <a:xfrm>
              <a:off x="861349" y="0"/>
              <a:ext cx="2835739" cy="3183067"/>
              <a:chOff x="861349" y="0"/>
              <a:chExt cx="2835739" cy="3183067"/>
            </a:xfrm>
            <a:grpFill/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F867BA74-350C-1350-7B15-EDD32886BA65}"/>
                  </a:ext>
                </a:extLst>
              </p:cNvPr>
              <p:cNvSpPr/>
              <p:nvPr/>
            </p:nvSpPr>
            <p:spPr>
              <a:xfrm>
                <a:off x="861349" y="41321"/>
                <a:ext cx="1331146" cy="3100336"/>
              </a:xfrm>
              <a:custGeom>
                <a:avLst/>
                <a:gdLst>
                  <a:gd name="connsiteX0" fmla="*/ 814366 w 1331146"/>
                  <a:gd name="connsiteY0" fmla="*/ 872268 h 3100336"/>
                  <a:gd name="connsiteX1" fmla="*/ 587010 w 1331146"/>
                  <a:gd name="connsiteY1" fmla="*/ 479539 h 3100336"/>
                  <a:gd name="connsiteX2" fmla="*/ 512614 w 1331146"/>
                  <a:gd name="connsiteY2" fmla="*/ 479539 h 3100336"/>
                  <a:gd name="connsiteX3" fmla="*/ 512614 w 1331146"/>
                  <a:gd name="connsiteY3" fmla="*/ 1430371 h 3100336"/>
                  <a:gd name="connsiteX4" fmla="*/ 587010 w 1331146"/>
                  <a:gd name="connsiteY4" fmla="*/ 1430371 h 3100336"/>
                  <a:gd name="connsiteX5" fmla="*/ 814366 w 1331146"/>
                  <a:gd name="connsiteY5" fmla="*/ 1037641 h 3100336"/>
                  <a:gd name="connsiteX6" fmla="*/ 814366 w 1331146"/>
                  <a:gd name="connsiteY6" fmla="*/ 872268 h 3100336"/>
                  <a:gd name="connsiteX7" fmla="*/ 1331146 w 1331146"/>
                  <a:gd name="connsiteY7" fmla="*/ 880515 h 3100336"/>
                  <a:gd name="connsiteX8" fmla="*/ 1331146 w 1331146"/>
                  <a:gd name="connsiteY8" fmla="*/ 1029308 h 3100336"/>
                  <a:gd name="connsiteX9" fmla="*/ 587097 w 1331146"/>
                  <a:gd name="connsiteY9" fmla="*/ 1905656 h 3100336"/>
                  <a:gd name="connsiteX10" fmla="*/ 512701 w 1331146"/>
                  <a:gd name="connsiteY10" fmla="*/ 1905656 h 3100336"/>
                  <a:gd name="connsiteX11" fmla="*/ 512701 w 1331146"/>
                  <a:gd name="connsiteY11" fmla="*/ 3100337 h 3100336"/>
                  <a:gd name="connsiteX12" fmla="*/ 0 w 1331146"/>
                  <a:gd name="connsiteY12" fmla="*/ 3100337 h 3100336"/>
                  <a:gd name="connsiteX13" fmla="*/ 0 w 1331146"/>
                  <a:gd name="connsiteY13" fmla="*/ 0 h 3100336"/>
                  <a:gd name="connsiteX14" fmla="*/ 587010 w 1331146"/>
                  <a:gd name="connsiteY14" fmla="*/ 0 h 3100336"/>
                  <a:gd name="connsiteX15" fmla="*/ 1331060 w 1331146"/>
                  <a:gd name="connsiteY15" fmla="*/ 880515 h 310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31146" h="3100336">
                    <a:moveTo>
                      <a:pt x="814366" y="872268"/>
                    </a:moveTo>
                    <a:cubicBezTo>
                      <a:pt x="814366" y="549855"/>
                      <a:pt x="735803" y="479539"/>
                      <a:pt x="587010" y="479539"/>
                    </a:cubicBezTo>
                    <a:lnTo>
                      <a:pt x="512614" y="479539"/>
                    </a:lnTo>
                    <a:lnTo>
                      <a:pt x="512614" y="1430371"/>
                    </a:lnTo>
                    <a:lnTo>
                      <a:pt x="587010" y="1430371"/>
                    </a:lnTo>
                    <a:cubicBezTo>
                      <a:pt x="735803" y="1430371"/>
                      <a:pt x="814366" y="1360054"/>
                      <a:pt x="814366" y="1037641"/>
                    </a:cubicBezTo>
                    <a:lnTo>
                      <a:pt x="814366" y="872268"/>
                    </a:lnTo>
                    <a:close/>
                    <a:moveTo>
                      <a:pt x="1331146" y="880515"/>
                    </a:moveTo>
                    <a:lnTo>
                      <a:pt x="1331146" y="1029308"/>
                    </a:lnTo>
                    <a:cubicBezTo>
                      <a:pt x="1331146" y="1645312"/>
                      <a:pt x="1083130" y="1905656"/>
                      <a:pt x="587097" y="1905656"/>
                    </a:cubicBezTo>
                    <a:lnTo>
                      <a:pt x="512701" y="1905656"/>
                    </a:lnTo>
                    <a:lnTo>
                      <a:pt x="512701" y="3100337"/>
                    </a:lnTo>
                    <a:lnTo>
                      <a:pt x="0" y="3100337"/>
                    </a:lnTo>
                    <a:lnTo>
                      <a:pt x="0" y="0"/>
                    </a:lnTo>
                    <a:lnTo>
                      <a:pt x="587010" y="0"/>
                    </a:lnTo>
                    <a:cubicBezTo>
                      <a:pt x="1083043" y="0"/>
                      <a:pt x="1331060" y="260430"/>
                      <a:pt x="1331060" y="880515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331B8D34-9291-0919-40FE-ACD26FAA80F4}"/>
                  </a:ext>
                </a:extLst>
              </p:cNvPr>
              <p:cNvSpPr/>
              <p:nvPr/>
            </p:nvSpPr>
            <p:spPr>
              <a:xfrm>
                <a:off x="2353614" y="0"/>
                <a:ext cx="1343473" cy="3183067"/>
              </a:xfrm>
              <a:custGeom>
                <a:avLst/>
                <a:gdLst>
                  <a:gd name="connsiteX0" fmla="*/ 673820 w 1343473"/>
                  <a:gd name="connsiteY0" fmla="*/ 475372 h 3183067"/>
                  <a:gd name="connsiteX1" fmla="*/ 516694 w 1343473"/>
                  <a:gd name="connsiteY1" fmla="*/ 644912 h 3183067"/>
                  <a:gd name="connsiteX2" fmla="*/ 516694 w 1343473"/>
                  <a:gd name="connsiteY2" fmla="*/ 2538242 h 3183067"/>
                  <a:gd name="connsiteX3" fmla="*/ 673820 w 1343473"/>
                  <a:gd name="connsiteY3" fmla="*/ 2707782 h 3183067"/>
                  <a:gd name="connsiteX4" fmla="*/ 830860 w 1343473"/>
                  <a:gd name="connsiteY4" fmla="*/ 2538242 h 3183067"/>
                  <a:gd name="connsiteX5" fmla="*/ 830860 w 1343473"/>
                  <a:gd name="connsiteY5" fmla="*/ 644912 h 3183067"/>
                  <a:gd name="connsiteX6" fmla="*/ 673820 w 1343473"/>
                  <a:gd name="connsiteY6" fmla="*/ 475372 h 3183067"/>
                  <a:gd name="connsiteX7" fmla="*/ 1343474 w 1343473"/>
                  <a:gd name="connsiteY7" fmla="*/ 644912 h 3183067"/>
                  <a:gd name="connsiteX8" fmla="*/ 1343474 w 1343473"/>
                  <a:gd name="connsiteY8" fmla="*/ 2538242 h 3183067"/>
                  <a:gd name="connsiteX9" fmla="*/ 673820 w 1343473"/>
                  <a:gd name="connsiteY9" fmla="*/ 3183067 h 3183067"/>
                  <a:gd name="connsiteX10" fmla="*/ 0 w 1343473"/>
                  <a:gd name="connsiteY10" fmla="*/ 2538242 h 3183067"/>
                  <a:gd name="connsiteX11" fmla="*/ 0 w 1343473"/>
                  <a:gd name="connsiteY11" fmla="*/ 644912 h 3183067"/>
                  <a:gd name="connsiteX12" fmla="*/ 673820 w 1343473"/>
                  <a:gd name="connsiteY12" fmla="*/ 0 h 3183067"/>
                  <a:gd name="connsiteX13" fmla="*/ 1343474 w 1343473"/>
                  <a:gd name="connsiteY13" fmla="*/ 644912 h 3183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43473" h="3183067">
                    <a:moveTo>
                      <a:pt x="673820" y="475372"/>
                    </a:moveTo>
                    <a:cubicBezTo>
                      <a:pt x="578676" y="475372"/>
                      <a:pt x="516694" y="541522"/>
                      <a:pt x="516694" y="644912"/>
                    </a:cubicBezTo>
                    <a:lnTo>
                      <a:pt x="516694" y="2538242"/>
                    </a:lnTo>
                    <a:cubicBezTo>
                      <a:pt x="516694" y="2641546"/>
                      <a:pt x="578676" y="2707782"/>
                      <a:pt x="673820" y="2707782"/>
                    </a:cubicBezTo>
                    <a:cubicBezTo>
                      <a:pt x="768964" y="2707782"/>
                      <a:pt x="830860" y="2641632"/>
                      <a:pt x="830860" y="2538242"/>
                    </a:cubicBezTo>
                    <a:lnTo>
                      <a:pt x="830860" y="644912"/>
                    </a:lnTo>
                    <a:cubicBezTo>
                      <a:pt x="830860" y="541608"/>
                      <a:pt x="768877" y="475372"/>
                      <a:pt x="673820" y="475372"/>
                    </a:cubicBezTo>
                    <a:moveTo>
                      <a:pt x="1343474" y="644912"/>
                    </a:moveTo>
                    <a:lnTo>
                      <a:pt x="1343474" y="2538242"/>
                    </a:lnTo>
                    <a:cubicBezTo>
                      <a:pt x="1343474" y="2914390"/>
                      <a:pt x="1070629" y="3183067"/>
                      <a:pt x="673820" y="3183067"/>
                    </a:cubicBezTo>
                    <a:cubicBezTo>
                      <a:pt x="277011" y="3183067"/>
                      <a:pt x="0" y="2914390"/>
                      <a:pt x="0" y="2538242"/>
                    </a:cubicBezTo>
                    <a:lnTo>
                      <a:pt x="0" y="644912"/>
                    </a:lnTo>
                    <a:cubicBezTo>
                      <a:pt x="0" y="268764"/>
                      <a:pt x="272844" y="0"/>
                      <a:pt x="673820" y="0"/>
                    </a:cubicBezTo>
                    <a:cubicBezTo>
                      <a:pt x="1074796" y="0"/>
                      <a:pt x="1343474" y="268764"/>
                      <a:pt x="1343474" y="64491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F5762539-1930-BA2C-E334-B6F89AFA6F84}"/>
                </a:ext>
              </a:extLst>
            </p:cNvPr>
            <p:cNvSpPr/>
            <p:nvPr/>
          </p:nvSpPr>
          <p:spPr>
            <a:xfrm>
              <a:off x="3746743" y="41321"/>
              <a:ext cx="2128931" cy="3100423"/>
            </a:xfrm>
            <a:custGeom>
              <a:avLst/>
              <a:gdLst>
                <a:gd name="connsiteX0" fmla="*/ 2128932 w 2128931"/>
                <a:gd name="connsiteY0" fmla="*/ 0 h 3100423"/>
                <a:gd name="connsiteX1" fmla="*/ 1752783 w 2128931"/>
                <a:gd name="connsiteY1" fmla="*/ 3100424 h 3100423"/>
                <a:gd name="connsiteX2" fmla="*/ 1223589 w 2128931"/>
                <a:gd name="connsiteY2" fmla="*/ 3100424 h 3100423"/>
                <a:gd name="connsiteX3" fmla="*/ 1062382 w 2128931"/>
                <a:gd name="connsiteY3" fmla="*/ 1260830 h 3100423"/>
                <a:gd name="connsiteX4" fmla="*/ 901176 w 2128931"/>
                <a:gd name="connsiteY4" fmla="*/ 3100424 h 3100423"/>
                <a:gd name="connsiteX5" fmla="*/ 376148 w 2128931"/>
                <a:gd name="connsiteY5" fmla="*/ 3100424 h 3100423"/>
                <a:gd name="connsiteX6" fmla="*/ 0 w 2128931"/>
                <a:gd name="connsiteY6" fmla="*/ 0 h 3100423"/>
                <a:gd name="connsiteX7" fmla="*/ 500200 w 2128931"/>
                <a:gd name="connsiteY7" fmla="*/ 0 h 3100423"/>
                <a:gd name="connsiteX8" fmla="*/ 665573 w 2128931"/>
                <a:gd name="connsiteY8" fmla="*/ 1942984 h 3100423"/>
                <a:gd name="connsiteX9" fmla="*/ 826780 w 2128931"/>
                <a:gd name="connsiteY9" fmla="*/ 0 h 3100423"/>
                <a:gd name="connsiteX10" fmla="*/ 1322813 w 2128931"/>
                <a:gd name="connsiteY10" fmla="*/ 0 h 3100423"/>
                <a:gd name="connsiteX11" fmla="*/ 1484019 w 2128931"/>
                <a:gd name="connsiteY11" fmla="*/ 1938817 h 3100423"/>
                <a:gd name="connsiteX12" fmla="*/ 1645226 w 2128931"/>
                <a:gd name="connsiteY12" fmla="*/ 0 h 3100423"/>
                <a:gd name="connsiteX13" fmla="*/ 2128932 w 2128931"/>
                <a:gd name="connsiteY13" fmla="*/ 0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28931" h="3100423">
                  <a:moveTo>
                    <a:pt x="2128932" y="0"/>
                  </a:moveTo>
                  <a:lnTo>
                    <a:pt x="1752783" y="3100424"/>
                  </a:lnTo>
                  <a:lnTo>
                    <a:pt x="1223589" y="3100424"/>
                  </a:lnTo>
                  <a:lnTo>
                    <a:pt x="1062382" y="1260830"/>
                  </a:lnTo>
                  <a:lnTo>
                    <a:pt x="901176" y="3100424"/>
                  </a:lnTo>
                  <a:lnTo>
                    <a:pt x="376148" y="3100424"/>
                  </a:lnTo>
                  <a:lnTo>
                    <a:pt x="0" y="0"/>
                  </a:lnTo>
                  <a:lnTo>
                    <a:pt x="500200" y="0"/>
                  </a:lnTo>
                  <a:lnTo>
                    <a:pt x="665573" y="1942984"/>
                  </a:lnTo>
                  <a:lnTo>
                    <a:pt x="826780" y="0"/>
                  </a:lnTo>
                  <a:lnTo>
                    <a:pt x="1322813" y="0"/>
                  </a:lnTo>
                  <a:lnTo>
                    <a:pt x="1484019" y="1938817"/>
                  </a:lnTo>
                  <a:lnTo>
                    <a:pt x="1645226" y="0"/>
                  </a:lnTo>
                  <a:lnTo>
                    <a:pt x="212893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D1685E00-F3D8-7500-A94C-D52A242FC47C}"/>
                </a:ext>
              </a:extLst>
            </p:cNvPr>
            <p:cNvSpPr/>
            <p:nvPr/>
          </p:nvSpPr>
          <p:spPr>
            <a:xfrm>
              <a:off x="5970645" y="41408"/>
              <a:ext cx="1074883" cy="3100336"/>
            </a:xfrm>
            <a:custGeom>
              <a:avLst/>
              <a:gdLst>
                <a:gd name="connsiteX0" fmla="*/ 1074883 w 1074883"/>
                <a:gd name="connsiteY0" fmla="*/ 2620798 h 3100336"/>
                <a:gd name="connsiteX1" fmla="*/ 1074883 w 1074883"/>
                <a:gd name="connsiteY1" fmla="*/ 3100337 h 3100336"/>
                <a:gd name="connsiteX2" fmla="*/ 0 w 1074883"/>
                <a:gd name="connsiteY2" fmla="*/ 3100337 h 3100336"/>
                <a:gd name="connsiteX3" fmla="*/ 0 w 1074883"/>
                <a:gd name="connsiteY3" fmla="*/ 0 h 3100336"/>
                <a:gd name="connsiteX4" fmla="*/ 1070716 w 1074883"/>
                <a:gd name="connsiteY4" fmla="*/ 0 h 3100336"/>
                <a:gd name="connsiteX5" fmla="*/ 1070716 w 1074883"/>
                <a:gd name="connsiteY5" fmla="*/ 479452 h 3100336"/>
                <a:gd name="connsiteX6" fmla="*/ 512614 w 1074883"/>
                <a:gd name="connsiteY6" fmla="*/ 479452 h 3100336"/>
                <a:gd name="connsiteX7" fmla="*/ 512614 w 1074883"/>
                <a:gd name="connsiteY7" fmla="*/ 1248417 h 3100336"/>
                <a:gd name="connsiteX8" fmla="*/ 950832 w 1074883"/>
                <a:gd name="connsiteY8" fmla="*/ 1248417 h 3100336"/>
                <a:gd name="connsiteX9" fmla="*/ 950832 w 1074883"/>
                <a:gd name="connsiteY9" fmla="*/ 1727956 h 3100336"/>
                <a:gd name="connsiteX10" fmla="*/ 512614 w 1074883"/>
                <a:gd name="connsiteY10" fmla="*/ 1727956 h 3100336"/>
                <a:gd name="connsiteX11" fmla="*/ 512614 w 1074883"/>
                <a:gd name="connsiteY11" fmla="*/ 2620798 h 3100336"/>
                <a:gd name="connsiteX12" fmla="*/ 1074883 w 1074883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883" h="3100336">
                  <a:moveTo>
                    <a:pt x="1074883" y="2620798"/>
                  </a:moveTo>
                  <a:lnTo>
                    <a:pt x="1074883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832" y="1248417"/>
                  </a:lnTo>
                  <a:lnTo>
                    <a:pt x="950832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883" y="262079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FD8D460A-14F6-4401-D092-8F196F99B36D}"/>
                </a:ext>
              </a:extLst>
            </p:cNvPr>
            <p:cNvSpPr/>
            <p:nvPr/>
          </p:nvSpPr>
          <p:spPr>
            <a:xfrm>
              <a:off x="7219148" y="41321"/>
              <a:ext cx="1388961" cy="3100423"/>
            </a:xfrm>
            <a:custGeom>
              <a:avLst/>
              <a:gdLst>
                <a:gd name="connsiteX0" fmla="*/ 512527 w 1388961"/>
                <a:gd name="connsiteY0" fmla="*/ 1504767 h 3100423"/>
                <a:gd name="connsiteX1" fmla="*/ 628245 w 1388961"/>
                <a:gd name="connsiteY1" fmla="*/ 1504767 h 3100423"/>
                <a:gd name="connsiteX2" fmla="*/ 814279 w 1388961"/>
                <a:gd name="connsiteY2" fmla="*/ 1260830 h 3100423"/>
                <a:gd name="connsiteX3" fmla="*/ 814279 w 1388961"/>
                <a:gd name="connsiteY3" fmla="*/ 719222 h 3100423"/>
                <a:gd name="connsiteX4" fmla="*/ 628245 w 1388961"/>
                <a:gd name="connsiteY4" fmla="*/ 479452 h 3100423"/>
                <a:gd name="connsiteX5" fmla="*/ 512527 w 1388961"/>
                <a:gd name="connsiteY5" fmla="*/ 479452 h 3100423"/>
                <a:gd name="connsiteX6" fmla="*/ 512527 w 1388961"/>
                <a:gd name="connsiteY6" fmla="*/ 1504680 h 3100423"/>
                <a:gd name="connsiteX7" fmla="*/ 851520 w 1388961"/>
                <a:gd name="connsiteY7" fmla="*/ 3100424 h 3100423"/>
                <a:gd name="connsiteX8" fmla="*/ 669653 w 1388961"/>
                <a:gd name="connsiteY8" fmla="*/ 1984306 h 3100423"/>
                <a:gd name="connsiteX9" fmla="*/ 512614 w 1388961"/>
                <a:gd name="connsiteY9" fmla="*/ 1984306 h 3100423"/>
                <a:gd name="connsiteX10" fmla="*/ 512614 w 1388961"/>
                <a:gd name="connsiteY10" fmla="*/ 3100424 h 3100423"/>
                <a:gd name="connsiteX11" fmla="*/ 0 w 1388961"/>
                <a:gd name="connsiteY11" fmla="*/ 3100424 h 3100423"/>
                <a:gd name="connsiteX12" fmla="*/ 0 w 1388961"/>
                <a:gd name="connsiteY12" fmla="*/ 0 h 3100423"/>
                <a:gd name="connsiteX13" fmla="*/ 628332 w 1388961"/>
                <a:gd name="connsiteY13" fmla="*/ 0 h 3100423"/>
                <a:gd name="connsiteX14" fmla="*/ 1331060 w 1388961"/>
                <a:gd name="connsiteY14" fmla="*/ 727556 h 3100423"/>
                <a:gd name="connsiteX15" fmla="*/ 1331060 w 1388961"/>
                <a:gd name="connsiteY15" fmla="*/ 1256663 h 3100423"/>
                <a:gd name="connsiteX16" fmla="*/ 1145026 w 1388961"/>
                <a:gd name="connsiteY16" fmla="*/ 1789938 h 3100423"/>
                <a:gd name="connsiteX17" fmla="*/ 1388962 w 1388961"/>
                <a:gd name="connsiteY17" fmla="*/ 3100337 h 3100423"/>
                <a:gd name="connsiteX18" fmla="*/ 851520 w 1388961"/>
                <a:gd name="connsiteY18" fmla="*/ 3100337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8961" h="3100423">
                  <a:moveTo>
                    <a:pt x="512527" y="1504767"/>
                  </a:moveTo>
                  <a:lnTo>
                    <a:pt x="628245" y="1504767"/>
                  </a:lnTo>
                  <a:cubicBezTo>
                    <a:pt x="756377" y="1504767"/>
                    <a:pt x="814279" y="1446864"/>
                    <a:pt x="814279" y="1260830"/>
                  </a:cubicBezTo>
                  <a:lnTo>
                    <a:pt x="814279" y="719222"/>
                  </a:lnTo>
                  <a:cubicBezTo>
                    <a:pt x="814279" y="541522"/>
                    <a:pt x="756464" y="479452"/>
                    <a:pt x="628245" y="479452"/>
                  </a:cubicBezTo>
                  <a:lnTo>
                    <a:pt x="512527" y="479452"/>
                  </a:lnTo>
                  <a:lnTo>
                    <a:pt x="512527" y="1504680"/>
                  </a:lnTo>
                  <a:close/>
                  <a:moveTo>
                    <a:pt x="851520" y="3100424"/>
                  </a:moveTo>
                  <a:lnTo>
                    <a:pt x="669653" y="1984306"/>
                  </a:lnTo>
                  <a:lnTo>
                    <a:pt x="512614" y="1984306"/>
                  </a:lnTo>
                  <a:lnTo>
                    <a:pt x="512614" y="3100424"/>
                  </a:lnTo>
                  <a:lnTo>
                    <a:pt x="0" y="3100424"/>
                  </a:lnTo>
                  <a:lnTo>
                    <a:pt x="0" y="0"/>
                  </a:lnTo>
                  <a:lnTo>
                    <a:pt x="628332" y="0"/>
                  </a:lnTo>
                  <a:cubicBezTo>
                    <a:pt x="1062382" y="0"/>
                    <a:pt x="1331060" y="268764"/>
                    <a:pt x="1331060" y="727556"/>
                  </a:cubicBezTo>
                  <a:lnTo>
                    <a:pt x="1331060" y="1256663"/>
                  </a:lnTo>
                  <a:cubicBezTo>
                    <a:pt x="1331060" y="1484019"/>
                    <a:pt x="1264911" y="1665886"/>
                    <a:pt x="1145026" y="1789938"/>
                  </a:cubicBezTo>
                  <a:lnTo>
                    <a:pt x="1388962" y="3100337"/>
                  </a:lnTo>
                  <a:lnTo>
                    <a:pt x="851520" y="310033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68CEAB1-53F6-99D3-BA30-373733D2507B}"/>
                </a:ext>
              </a:extLst>
            </p:cNvPr>
            <p:cNvSpPr/>
            <p:nvPr/>
          </p:nvSpPr>
          <p:spPr>
            <a:xfrm>
              <a:off x="8744402" y="41408"/>
              <a:ext cx="1074796" cy="3100336"/>
            </a:xfrm>
            <a:custGeom>
              <a:avLst/>
              <a:gdLst>
                <a:gd name="connsiteX0" fmla="*/ 1074796 w 1074796"/>
                <a:gd name="connsiteY0" fmla="*/ 2620798 h 3100336"/>
                <a:gd name="connsiteX1" fmla="*/ 1074796 w 1074796"/>
                <a:gd name="connsiteY1" fmla="*/ 3100337 h 3100336"/>
                <a:gd name="connsiteX2" fmla="*/ 0 w 1074796"/>
                <a:gd name="connsiteY2" fmla="*/ 3100337 h 3100336"/>
                <a:gd name="connsiteX3" fmla="*/ 0 w 1074796"/>
                <a:gd name="connsiteY3" fmla="*/ 0 h 3100336"/>
                <a:gd name="connsiteX4" fmla="*/ 1070716 w 1074796"/>
                <a:gd name="connsiteY4" fmla="*/ 0 h 3100336"/>
                <a:gd name="connsiteX5" fmla="*/ 1070716 w 1074796"/>
                <a:gd name="connsiteY5" fmla="*/ 479452 h 3100336"/>
                <a:gd name="connsiteX6" fmla="*/ 512614 w 1074796"/>
                <a:gd name="connsiteY6" fmla="*/ 479452 h 3100336"/>
                <a:gd name="connsiteX7" fmla="*/ 512614 w 1074796"/>
                <a:gd name="connsiteY7" fmla="*/ 1248417 h 3100336"/>
                <a:gd name="connsiteX8" fmla="*/ 950744 w 1074796"/>
                <a:gd name="connsiteY8" fmla="*/ 1248417 h 3100336"/>
                <a:gd name="connsiteX9" fmla="*/ 950744 w 1074796"/>
                <a:gd name="connsiteY9" fmla="*/ 1727956 h 3100336"/>
                <a:gd name="connsiteX10" fmla="*/ 512614 w 1074796"/>
                <a:gd name="connsiteY10" fmla="*/ 1727956 h 3100336"/>
                <a:gd name="connsiteX11" fmla="*/ 512614 w 1074796"/>
                <a:gd name="connsiteY11" fmla="*/ 2620798 h 3100336"/>
                <a:gd name="connsiteX12" fmla="*/ 1074796 w 1074796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796" h="3100336">
                  <a:moveTo>
                    <a:pt x="1074796" y="2620798"/>
                  </a:moveTo>
                  <a:lnTo>
                    <a:pt x="1074796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744" y="1248417"/>
                  </a:lnTo>
                  <a:lnTo>
                    <a:pt x="950744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796" y="262079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" name="Graphique 7">
              <a:extLst>
                <a:ext uri="{FF2B5EF4-FFF2-40B4-BE49-F238E27FC236}">
                  <a16:creationId xmlns:a16="http://schemas.microsoft.com/office/drawing/2014/main" id="{A99B9251-9B9A-D6A1-65E5-DA8B4AD9D769}"/>
                </a:ext>
              </a:extLst>
            </p:cNvPr>
            <p:cNvGrpSpPr/>
            <p:nvPr/>
          </p:nvGrpSpPr>
          <p:grpSpPr>
            <a:xfrm>
              <a:off x="958402" y="41321"/>
              <a:ext cx="10369642" cy="6778655"/>
              <a:chOff x="958402" y="41321"/>
              <a:chExt cx="10369642" cy="6778655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867A11-7B00-9BF7-7546-2EF15C1969D9}"/>
                  </a:ext>
                </a:extLst>
              </p:cNvPr>
              <p:cNvSpPr/>
              <p:nvPr/>
            </p:nvSpPr>
            <p:spPr>
              <a:xfrm>
                <a:off x="9992732" y="41321"/>
                <a:ext cx="1335312" cy="3100423"/>
              </a:xfrm>
              <a:custGeom>
                <a:avLst/>
                <a:gdLst>
                  <a:gd name="connsiteX0" fmla="*/ 661493 w 1335312"/>
                  <a:gd name="connsiteY0" fmla="*/ 479539 h 3100423"/>
                  <a:gd name="connsiteX1" fmla="*/ 512700 w 1335312"/>
                  <a:gd name="connsiteY1" fmla="*/ 479539 h 3100423"/>
                  <a:gd name="connsiteX2" fmla="*/ 512700 w 1335312"/>
                  <a:gd name="connsiteY2" fmla="*/ 2620885 h 3100423"/>
                  <a:gd name="connsiteX3" fmla="*/ 661493 w 1335312"/>
                  <a:gd name="connsiteY3" fmla="*/ 2620885 h 3100423"/>
                  <a:gd name="connsiteX4" fmla="*/ 818533 w 1335312"/>
                  <a:gd name="connsiteY4" fmla="*/ 2455511 h 3100423"/>
                  <a:gd name="connsiteX5" fmla="*/ 818533 w 1335312"/>
                  <a:gd name="connsiteY5" fmla="*/ 644912 h 3100423"/>
                  <a:gd name="connsiteX6" fmla="*/ 661493 w 1335312"/>
                  <a:gd name="connsiteY6" fmla="*/ 479539 h 3100423"/>
                  <a:gd name="connsiteX7" fmla="*/ 1335313 w 1335312"/>
                  <a:gd name="connsiteY7" fmla="*/ 644912 h 3100423"/>
                  <a:gd name="connsiteX8" fmla="*/ 1335313 w 1335312"/>
                  <a:gd name="connsiteY8" fmla="*/ 2455598 h 3100423"/>
                  <a:gd name="connsiteX9" fmla="*/ 661493 w 1335312"/>
                  <a:gd name="connsiteY9" fmla="*/ 3100424 h 3100423"/>
                  <a:gd name="connsiteX10" fmla="*/ 0 w 1335312"/>
                  <a:gd name="connsiteY10" fmla="*/ 3100424 h 3100423"/>
                  <a:gd name="connsiteX11" fmla="*/ 0 w 1335312"/>
                  <a:gd name="connsiteY11" fmla="*/ 0 h 3100423"/>
                  <a:gd name="connsiteX12" fmla="*/ 661493 w 1335312"/>
                  <a:gd name="connsiteY12" fmla="*/ 0 h 3100423"/>
                  <a:gd name="connsiteX13" fmla="*/ 1335313 w 1335312"/>
                  <a:gd name="connsiteY13" fmla="*/ 644826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5312" h="3100423">
                    <a:moveTo>
                      <a:pt x="661493" y="479539"/>
                    </a:moveTo>
                    <a:lnTo>
                      <a:pt x="512700" y="479539"/>
                    </a:lnTo>
                    <a:lnTo>
                      <a:pt x="512700" y="2620885"/>
                    </a:lnTo>
                    <a:lnTo>
                      <a:pt x="661493" y="2620885"/>
                    </a:lnTo>
                    <a:cubicBezTo>
                      <a:pt x="756550" y="2620885"/>
                      <a:pt x="818533" y="2558902"/>
                      <a:pt x="818533" y="2455511"/>
                    </a:cubicBezTo>
                    <a:lnTo>
                      <a:pt x="818533" y="644912"/>
                    </a:lnTo>
                    <a:cubicBezTo>
                      <a:pt x="818533" y="541608"/>
                      <a:pt x="756550" y="479539"/>
                      <a:pt x="661493" y="479539"/>
                    </a:cubicBezTo>
                    <a:moveTo>
                      <a:pt x="1335313" y="644912"/>
                    </a:moveTo>
                    <a:lnTo>
                      <a:pt x="1335313" y="2455598"/>
                    </a:lnTo>
                    <a:cubicBezTo>
                      <a:pt x="1335313" y="2831746"/>
                      <a:pt x="1062469" y="3100424"/>
                      <a:pt x="661493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61493" y="0"/>
                    </a:lnTo>
                    <a:cubicBezTo>
                      <a:pt x="1062469" y="0"/>
                      <a:pt x="1335313" y="268677"/>
                      <a:pt x="1335313" y="64482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CCA51507-C49C-2B7D-AE8A-7D7BDDD98BC5}"/>
                  </a:ext>
                </a:extLst>
              </p:cNvPr>
              <p:cNvSpPr/>
              <p:nvPr/>
            </p:nvSpPr>
            <p:spPr>
              <a:xfrm>
                <a:off x="958402" y="3719553"/>
                <a:ext cx="1347640" cy="3100423"/>
              </a:xfrm>
              <a:custGeom>
                <a:avLst/>
                <a:gdLst>
                  <a:gd name="connsiteX0" fmla="*/ 830860 w 1347640"/>
                  <a:gd name="connsiteY0" fmla="*/ 1860167 h 3100423"/>
                  <a:gd name="connsiteX1" fmla="*/ 673733 w 1347640"/>
                  <a:gd name="connsiteY1" fmla="*/ 1694881 h 3100423"/>
                  <a:gd name="connsiteX2" fmla="*/ 512527 w 1347640"/>
                  <a:gd name="connsiteY2" fmla="*/ 1694881 h 3100423"/>
                  <a:gd name="connsiteX3" fmla="*/ 512527 w 1347640"/>
                  <a:gd name="connsiteY3" fmla="*/ 2620798 h 3100423"/>
                  <a:gd name="connsiteX4" fmla="*/ 673733 w 1347640"/>
                  <a:gd name="connsiteY4" fmla="*/ 2620798 h 3100423"/>
                  <a:gd name="connsiteX5" fmla="*/ 830860 w 1347640"/>
                  <a:gd name="connsiteY5" fmla="*/ 2455425 h 3100423"/>
                  <a:gd name="connsiteX6" fmla="*/ 830860 w 1347640"/>
                  <a:gd name="connsiteY6" fmla="*/ 1860167 h 3100423"/>
                  <a:gd name="connsiteX7" fmla="*/ 512527 w 1347640"/>
                  <a:gd name="connsiteY7" fmla="*/ 479452 h 3100423"/>
                  <a:gd name="connsiteX8" fmla="*/ 512527 w 1347640"/>
                  <a:gd name="connsiteY8" fmla="*/ 1215342 h 3100423"/>
                  <a:gd name="connsiteX9" fmla="*/ 653073 w 1347640"/>
                  <a:gd name="connsiteY9" fmla="*/ 1215342 h 3100423"/>
                  <a:gd name="connsiteX10" fmla="*/ 810199 w 1347640"/>
                  <a:gd name="connsiteY10" fmla="*/ 1049968 h 3100423"/>
                  <a:gd name="connsiteX11" fmla="*/ 810199 w 1347640"/>
                  <a:gd name="connsiteY11" fmla="*/ 644826 h 3100423"/>
                  <a:gd name="connsiteX12" fmla="*/ 653073 w 1347640"/>
                  <a:gd name="connsiteY12" fmla="*/ 479452 h 3100423"/>
                  <a:gd name="connsiteX13" fmla="*/ 512527 w 1347640"/>
                  <a:gd name="connsiteY13" fmla="*/ 479452 h 3100423"/>
                  <a:gd name="connsiteX14" fmla="*/ 1347640 w 1347640"/>
                  <a:gd name="connsiteY14" fmla="*/ 1905743 h 3100423"/>
                  <a:gd name="connsiteX15" fmla="*/ 1347640 w 1347640"/>
                  <a:gd name="connsiteY15" fmla="*/ 2459678 h 3100423"/>
                  <a:gd name="connsiteX16" fmla="*/ 673820 w 1347640"/>
                  <a:gd name="connsiteY16" fmla="*/ 3100424 h 3100423"/>
                  <a:gd name="connsiteX17" fmla="*/ 0 w 1347640"/>
                  <a:gd name="connsiteY17" fmla="*/ 3100424 h 3100423"/>
                  <a:gd name="connsiteX18" fmla="*/ 0 w 1347640"/>
                  <a:gd name="connsiteY18" fmla="*/ 0 h 3100423"/>
                  <a:gd name="connsiteX19" fmla="*/ 653159 w 1347640"/>
                  <a:gd name="connsiteY19" fmla="*/ 0 h 3100423"/>
                  <a:gd name="connsiteX20" fmla="*/ 1326980 w 1347640"/>
                  <a:gd name="connsiteY20" fmla="*/ 644913 h 3100423"/>
                  <a:gd name="connsiteX21" fmla="*/ 1326980 w 1347640"/>
                  <a:gd name="connsiteY21" fmla="*/ 1004567 h 3100423"/>
                  <a:gd name="connsiteX22" fmla="*/ 1128532 w 1347640"/>
                  <a:gd name="connsiteY22" fmla="*/ 1446951 h 3100423"/>
                  <a:gd name="connsiteX23" fmla="*/ 1347640 w 1347640"/>
                  <a:gd name="connsiteY23" fmla="*/ 1905830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47640" h="3100423">
                    <a:moveTo>
                      <a:pt x="830860" y="1860167"/>
                    </a:moveTo>
                    <a:cubicBezTo>
                      <a:pt x="830860" y="1756863"/>
                      <a:pt x="768877" y="1694881"/>
                      <a:pt x="673733" y="1694881"/>
                    </a:cubicBezTo>
                    <a:lnTo>
                      <a:pt x="512527" y="1694881"/>
                    </a:lnTo>
                    <a:lnTo>
                      <a:pt x="512527" y="2620798"/>
                    </a:lnTo>
                    <a:lnTo>
                      <a:pt x="673733" y="2620798"/>
                    </a:lnTo>
                    <a:cubicBezTo>
                      <a:pt x="768877" y="2620798"/>
                      <a:pt x="830860" y="2558815"/>
                      <a:pt x="830860" y="2455425"/>
                    </a:cubicBezTo>
                    <a:lnTo>
                      <a:pt x="830860" y="1860167"/>
                    </a:lnTo>
                    <a:close/>
                    <a:moveTo>
                      <a:pt x="512527" y="479452"/>
                    </a:moveTo>
                    <a:lnTo>
                      <a:pt x="512527" y="1215342"/>
                    </a:lnTo>
                    <a:lnTo>
                      <a:pt x="653073" y="1215342"/>
                    </a:lnTo>
                    <a:cubicBezTo>
                      <a:pt x="748217" y="1215342"/>
                      <a:pt x="810199" y="1153360"/>
                      <a:pt x="810199" y="1049968"/>
                    </a:cubicBezTo>
                    <a:lnTo>
                      <a:pt x="810199" y="644826"/>
                    </a:lnTo>
                    <a:cubicBezTo>
                      <a:pt x="810199" y="541522"/>
                      <a:pt x="748217" y="479452"/>
                      <a:pt x="653073" y="479452"/>
                    </a:cubicBezTo>
                    <a:lnTo>
                      <a:pt x="512527" y="479452"/>
                    </a:lnTo>
                    <a:close/>
                    <a:moveTo>
                      <a:pt x="1347640" y="1905743"/>
                    </a:moveTo>
                    <a:lnTo>
                      <a:pt x="1347640" y="2459678"/>
                    </a:lnTo>
                    <a:cubicBezTo>
                      <a:pt x="1347640" y="2831659"/>
                      <a:pt x="1074796" y="3100424"/>
                      <a:pt x="673820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53159" y="0"/>
                    </a:lnTo>
                    <a:cubicBezTo>
                      <a:pt x="1054135" y="0"/>
                      <a:pt x="1326980" y="268677"/>
                      <a:pt x="1326980" y="644913"/>
                    </a:cubicBezTo>
                    <a:lnTo>
                      <a:pt x="1326980" y="1004567"/>
                    </a:lnTo>
                    <a:cubicBezTo>
                      <a:pt x="1326980" y="1182354"/>
                      <a:pt x="1256663" y="1339394"/>
                      <a:pt x="1128532" y="1446951"/>
                    </a:cubicBezTo>
                    <a:cubicBezTo>
                      <a:pt x="1269077" y="1550255"/>
                      <a:pt x="1347640" y="1711549"/>
                      <a:pt x="1347640" y="190583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B10E9077-5B01-3BC3-EEEA-094623A7FA35}"/>
                </a:ext>
              </a:extLst>
            </p:cNvPr>
            <p:cNvSpPr/>
            <p:nvPr/>
          </p:nvSpPr>
          <p:spPr>
            <a:xfrm>
              <a:off x="2285295" y="3719553"/>
              <a:ext cx="1430370" cy="3100423"/>
            </a:xfrm>
            <a:custGeom>
              <a:avLst/>
              <a:gdLst>
                <a:gd name="connsiteX0" fmla="*/ 971492 w 1430370"/>
                <a:gd name="connsiteY0" fmla="*/ 2062783 h 3100423"/>
                <a:gd name="connsiteX1" fmla="*/ 971492 w 1430370"/>
                <a:gd name="connsiteY1" fmla="*/ 3100424 h 3100423"/>
                <a:gd name="connsiteX2" fmla="*/ 458878 w 1430370"/>
                <a:gd name="connsiteY2" fmla="*/ 3100424 h 3100423"/>
                <a:gd name="connsiteX3" fmla="*/ 458878 w 1430370"/>
                <a:gd name="connsiteY3" fmla="*/ 2079363 h 3100423"/>
                <a:gd name="connsiteX4" fmla="*/ 0 w 1430370"/>
                <a:gd name="connsiteY4" fmla="*/ 0 h 3100423"/>
                <a:gd name="connsiteX5" fmla="*/ 525028 w 1430370"/>
                <a:gd name="connsiteY5" fmla="*/ 0 h 3100423"/>
                <a:gd name="connsiteX6" fmla="*/ 723476 w 1430370"/>
                <a:gd name="connsiteY6" fmla="*/ 1264910 h 3100423"/>
                <a:gd name="connsiteX7" fmla="*/ 917757 w 1430370"/>
                <a:gd name="connsiteY7" fmla="*/ 0 h 3100423"/>
                <a:gd name="connsiteX8" fmla="*/ 1430370 w 1430370"/>
                <a:gd name="connsiteY8" fmla="*/ 0 h 3100423"/>
                <a:gd name="connsiteX9" fmla="*/ 971492 w 1430370"/>
                <a:gd name="connsiteY9" fmla="*/ 2062783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0370" h="3100423">
                  <a:moveTo>
                    <a:pt x="971492" y="2062783"/>
                  </a:moveTo>
                  <a:lnTo>
                    <a:pt x="971492" y="3100424"/>
                  </a:lnTo>
                  <a:lnTo>
                    <a:pt x="458878" y="3100424"/>
                  </a:lnTo>
                  <a:lnTo>
                    <a:pt x="458878" y="2079363"/>
                  </a:lnTo>
                  <a:lnTo>
                    <a:pt x="0" y="0"/>
                  </a:lnTo>
                  <a:lnTo>
                    <a:pt x="525028" y="0"/>
                  </a:lnTo>
                  <a:lnTo>
                    <a:pt x="723476" y="1264910"/>
                  </a:lnTo>
                  <a:lnTo>
                    <a:pt x="917757" y="0"/>
                  </a:lnTo>
                  <a:lnTo>
                    <a:pt x="1430370" y="0"/>
                  </a:lnTo>
                  <a:lnTo>
                    <a:pt x="971492" y="20627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63D56C57-1EAC-C3F2-5693-04860AF775D7}"/>
                </a:ext>
              </a:extLst>
            </p:cNvPr>
            <p:cNvSpPr/>
            <p:nvPr/>
          </p:nvSpPr>
          <p:spPr>
            <a:xfrm>
              <a:off x="4240606" y="3719553"/>
              <a:ext cx="1252583" cy="3100423"/>
            </a:xfrm>
            <a:custGeom>
              <a:avLst/>
              <a:gdLst>
                <a:gd name="connsiteX0" fmla="*/ 1252583 w 1252583"/>
                <a:gd name="connsiteY0" fmla="*/ 479539 h 3100423"/>
                <a:gd name="connsiteX1" fmla="*/ 880515 w 1252583"/>
                <a:gd name="connsiteY1" fmla="*/ 479539 h 3100423"/>
                <a:gd name="connsiteX2" fmla="*/ 880515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3 w 1252583"/>
                <a:gd name="connsiteY7" fmla="*/ 0 h 3100423"/>
                <a:gd name="connsiteX8" fmla="*/ 1252583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3" y="479539"/>
                  </a:moveTo>
                  <a:lnTo>
                    <a:pt x="880515" y="479539"/>
                  </a:lnTo>
                  <a:lnTo>
                    <a:pt x="880515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3" y="0"/>
                  </a:lnTo>
                  <a:lnTo>
                    <a:pt x="1252583" y="4795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2" name="Graphique 7">
              <a:extLst>
                <a:ext uri="{FF2B5EF4-FFF2-40B4-BE49-F238E27FC236}">
                  <a16:creationId xmlns:a16="http://schemas.microsoft.com/office/drawing/2014/main" id="{A3DA8161-3135-1E5C-3BEA-ECC952793A75}"/>
                </a:ext>
              </a:extLst>
            </p:cNvPr>
            <p:cNvGrpSpPr/>
            <p:nvPr/>
          </p:nvGrpSpPr>
          <p:grpSpPr>
            <a:xfrm>
              <a:off x="5629655" y="3678231"/>
              <a:ext cx="4299010" cy="3182980"/>
              <a:chOff x="5629655" y="3678231"/>
              <a:chExt cx="4299010" cy="3182980"/>
            </a:xfrm>
            <a:grpFill/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087F45F-E2C4-81AA-C870-28E47547511F}"/>
                  </a:ext>
                </a:extLst>
              </p:cNvPr>
              <p:cNvSpPr/>
              <p:nvPr/>
            </p:nvSpPr>
            <p:spPr>
              <a:xfrm>
                <a:off x="5629655" y="3719553"/>
                <a:ext cx="1388961" cy="3100423"/>
              </a:xfrm>
              <a:custGeom>
                <a:avLst/>
                <a:gdLst>
                  <a:gd name="connsiteX0" fmla="*/ 512527 w 1388961"/>
                  <a:gd name="connsiteY0" fmla="*/ 1504767 h 3100423"/>
                  <a:gd name="connsiteX1" fmla="*/ 628245 w 1388961"/>
                  <a:gd name="connsiteY1" fmla="*/ 1504767 h 3100423"/>
                  <a:gd name="connsiteX2" fmla="*/ 814279 w 1388961"/>
                  <a:gd name="connsiteY2" fmla="*/ 1260831 h 3100423"/>
                  <a:gd name="connsiteX3" fmla="*/ 814279 w 1388961"/>
                  <a:gd name="connsiteY3" fmla="*/ 719309 h 3100423"/>
                  <a:gd name="connsiteX4" fmla="*/ 628245 w 1388961"/>
                  <a:gd name="connsiteY4" fmla="*/ 479539 h 3100423"/>
                  <a:gd name="connsiteX5" fmla="*/ 512527 w 1388961"/>
                  <a:gd name="connsiteY5" fmla="*/ 479539 h 3100423"/>
                  <a:gd name="connsiteX6" fmla="*/ 512527 w 1388961"/>
                  <a:gd name="connsiteY6" fmla="*/ 1504767 h 3100423"/>
                  <a:gd name="connsiteX7" fmla="*/ 851520 w 1388961"/>
                  <a:gd name="connsiteY7" fmla="*/ 3100424 h 3100423"/>
                  <a:gd name="connsiteX8" fmla="*/ 669653 w 1388961"/>
                  <a:gd name="connsiteY8" fmla="*/ 1984306 h 3100423"/>
                  <a:gd name="connsiteX9" fmla="*/ 512614 w 1388961"/>
                  <a:gd name="connsiteY9" fmla="*/ 1984306 h 3100423"/>
                  <a:gd name="connsiteX10" fmla="*/ 512614 w 1388961"/>
                  <a:gd name="connsiteY10" fmla="*/ 3100424 h 3100423"/>
                  <a:gd name="connsiteX11" fmla="*/ 0 w 1388961"/>
                  <a:gd name="connsiteY11" fmla="*/ 3100424 h 3100423"/>
                  <a:gd name="connsiteX12" fmla="*/ 0 w 1388961"/>
                  <a:gd name="connsiteY12" fmla="*/ 0 h 3100423"/>
                  <a:gd name="connsiteX13" fmla="*/ 628331 w 1388961"/>
                  <a:gd name="connsiteY13" fmla="*/ 0 h 3100423"/>
                  <a:gd name="connsiteX14" fmla="*/ 1331059 w 1388961"/>
                  <a:gd name="connsiteY14" fmla="*/ 727556 h 3100423"/>
                  <a:gd name="connsiteX15" fmla="*/ 1331059 w 1388961"/>
                  <a:gd name="connsiteY15" fmla="*/ 1256663 h 3100423"/>
                  <a:gd name="connsiteX16" fmla="*/ 1145025 w 1388961"/>
                  <a:gd name="connsiteY16" fmla="*/ 1789938 h 3100423"/>
                  <a:gd name="connsiteX17" fmla="*/ 1388962 w 1388961"/>
                  <a:gd name="connsiteY17" fmla="*/ 3100337 h 3100423"/>
                  <a:gd name="connsiteX18" fmla="*/ 851520 w 1388961"/>
                  <a:gd name="connsiteY18" fmla="*/ 3100337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8961" h="3100423">
                    <a:moveTo>
                      <a:pt x="512527" y="1504767"/>
                    </a:moveTo>
                    <a:lnTo>
                      <a:pt x="628245" y="1504767"/>
                    </a:lnTo>
                    <a:cubicBezTo>
                      <a:pt x="756376" y="1504767"/>
                      <a:pt x="814279" y="1446865"/>
                      <a:pt x="814279" y="1260831"/>
                    </a:cubicBezTo>
                    <a:lnTo>
                      <a:pt x="814279" y="719309"/>
                    </a:lnTo>
                    <a:cubicBezTo>
                      <a:pt x="814279" y="541608"/>
                      <a:pt x="756463" y="479539"/>
                      <a:pt x="628245" y="479539"/>
                    </a:cubicBezTo>
                    <a:lnTo>
                      <a:pt x="512527" y="479539"/>
                    </a:lnTo>
                    <a:lnTo>
                      <a:pt x="512527" y="1504767"/>
                    </a:lnTo>
                    <a:close/>
                    <a:moveTo>
                      <a:pt x="851520" y="3100424"/>
                    </a:moveTo>
                    <a:lnTo>
                      <a:pt x="669653" y="1984306"/>
                    </a:lnTo>
                    <a:lnTo>
                      <a:pt x="512614" y="1984306"/>
                    </a:lnTo>
                    <a:lnTo>
                      <a:pt x="512614" y="3100424"/>
                    </a:lnTo>
                    <a:lnTo>
                      <a:pt x="0" y="3100424"/>
                    </a:lnTo>
                    <a:lnTo>
                      <a:pt x="0" y="0"/>
                    </a:lnTo>
                    <a:lnTo>
                      <a:pt x="628331" y="0"/>
                    </a:lnTo>
                    <a:cubicBezTo>
                      <a:pt x="1062382" y="0"/>
                      <a:pt x="1331059" y="268764"/>
                      <a:pt x="1331059" y="727556"/>
                    </a:cubicBezTo>
                    <a:lnTo>
                      <a:pt x="1331059" y="1256663"/>
                    </a:lnTo>
                    <a:cubicBezTo>
                      <a:pt x="1331059" y="1484019"/>
                      <a:pt x="1264910" y="1665973"/>
                      <a:pt x="1145025" y="1789938"/>
                    </a:cubicBezTo>
                    <a:lnTo>
                      <a:pt x="1388962" y="3100337"/>
                    </a:lnTo>
                    <a:lnTo>
                      <a:pt x="851520" y="310033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A33E4D8B-277D-DC89-A8CC-DC130076DF5C}"/>
                  </a:ext>
                </a:extLst>
              </p:cNvPr>
              <p:cNvSpPr/>
              <p:nvPr/>
            </p:nvSpPr>
            <p:spPr>
              <a:xfrm>
                <a:off x="7130168" y="3719553"/>
                <a:ext cx="1343560" cy="3137664"/>
              </a:xfrm>
              <a:custGeom>
                <a:avLst/>
                <a:gdLst>
                  <a:gd name="connsiteX0" fmla="*/ 1343474 w 1343560"/>
                  <a:gd name="connsiteY0" fmla="*/ 0 h 3137664"/>
                  <a:gd name="connsiteX1" fmla="*/ 1343474 w 1343560"/>
                  <a:gd name="connsiteY1" fmla="*/ 2492753 h 3137664"/>
                  <a:gd name="connsiteX2" fmla="*/ 673820 w 1343560"/>
                  <a:gd name="connsiteY2" fmla="*/ 3137665 h 3137664"/>
                  <a:gd name="connsiteX3" fmla="*/ 0 w 1343560"/>
                  <a:gd name="connsiteY3" fmla="*/ 2492753 h 3137664"/>
                  <a:gd name="connsiteX4" fmla="*/ 0 w 1343560"/>
                  <a:gd name="connsiteY4" fmla="*/ 0 h 3137664"/>
                  <a:gd name="connsiteX5" fmla="*/ 516694 w 1343560"/>
                  <a:gd name="connsiteY5" fmla="*/ 0 h 3137664"/>
                  <a:gd name="connsiteX6" fmla="*/ 516694 w 1343560"/>
                  <a:gd name="connsiteY6" fmla="*/ 2492753 h 3137664"/>
                  <a:gd name="connsiteX7" fmla="*/ 673820 w 1343560"/>
                  <a:gd name="connsiteY7" fmla="*/ 2658126 h 3137664"/>
                  <a:gd name="connsiteX8" fmla="*/ 826780 w 1343560"/>
                  <a:gd name="connsiteY8" fmla="*/ 2492753 h 3137664"/>
                  <a:gd name="connsiteX9" fmla="*/ 826780 w 1343560"/>
                  <a:gd name="connsiteY9" fmla="*/ 0 h 3137664"/>
                  <a:gd name="connsiteX10" fmla="*/ 1343561 w 1343560"/>
                  <a:gd name="connsiteY10" fmla="*/ 0 h 313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3560" h="3137664">
                    <a:moveTo>
                      <a:pt x="1343474" y="0"/>
                    </a:moveTo>
                    <a:lnTo>
                      <a:pt x="1343474" y="2492753"/>
                    </a:lnTo>
                    <a:cubicBezTo>
                      <a:pt x="1343474" y="2868901"/>
                      <a:pt x="1070629" y="3137665"/>
                      <a:pt x="673820" y="3137665"/>
                    </a:cubicBezTo>
                    <a:cubicBezTo>
                      <a:pt x="277011" y="3137665"/>
                      <a:pt x="0" y="2868901"/>
                      <a:pt x="0" y="2492753"/>
                    </a:cubicBezTo>
                    <a:lnTo>
                      <a:pt x="0" y="0"/>
                    </a:lnTo>
                    <a:lnTo>
                      <a:pt x="516694" y="0"/>
                    </a:lnTo>
                    <a:lnTo>
                      <a:pt x="516694" y="2492753"/>
                    </a:lnTo>
                    <a:cubicBezTo>
                      <a:pt x="516694" y="2596057"/>
                      <a:pt x="578676" y="2658126"/>
                      <a:pt x="673820" y="2658126"/>
                    </a:cubicBezTo>
                    <a:cubicBezTo>
                      <a:pt x="768964" y="2658126"/>
                      <a:pt x="826780" y="2596057"/>
                      <a:pt x="826780" y="2492753"/>
                    </a:cubicBezTo>
                    <a:lnTo>
                      <a:pt x="826780" y="0"/>
                    </a:lnTo>
                    <a:lnTo>
                      <a:pt x="134356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F14F64B9-ED9F-D3B8-B477-AE5E557B8767}"/>
                  </a:ext>
                </a:extLst>
              </p:cNvPr>
              <p:cNvSpPr/>
              <p:nvPr/>
            </p:nvSpPr>
            <p:spPr>
              <a:xfrm>
                <a:off x="8634761" y="3678231"/>
                <a:ext cx="1293904" cy="3182980"/>
              </a:xfrm>
              <a:custGeom>
                <a:avLst/>
                <a:gdLst>
                  <a:gd name="connsiteX0" fmla="*/ 777211 w 1293904"/>
                  <a:gd name="connsiteY0" fmla="*/ 1033475 h 3182980"/>
                  <a:gd name="connsiteX1" fmla="*/ 777211 w 1293904"/>
                  <a:gd name="connsiteY1" fmla="*/ 624165 h 3182980"/>
                  <a:gd name="connsiteX2" fmla="*/ 644912 w 1293904"/>
                  <a:gd name="connsiteY2" fmla="*/ 479452 h 3182980"/>
                  <a:gd name="connsiteX3" fmla="*/ 512614 w 1293904"/>
                  <a:gd name="connsiteY3" fmla="*/ 624165 h 3182980"/>
                  <a:gd name="connsiteX4" fmla="*/ 512614 w 1293904"/>
                  <a:gd name="connsiteY4" fmla="*/ 872181 h 3182980"/>
                  <a:gd name="connsiteX5" fmla="*/ 835027 w 1293904"/>
                  <a:gd name="connsiteY5" fmla="*/ 1339307 h 3182980"/>
                  <a:gd name="connsiteX6" fmla="*/ 1293905 w 1293904"/>
                  <a:gd name="connsiteY6" fmla="*/ 2104017 h 3182980"/>
                  <a:gd name="connsiteX7" fmla="*/ 1293905 w 1293904"/>
                  <a:gd name="connsiteY7" fmla="*/ 2542235 h 3182980"/>
                  <a:gd name="connsiteX8" fmla="*/ 644912 w 1293904"/>
                  <a:gd name="connsiteY8" fmla="*/ 3182980 h 3182980"/>
                  <a:gd name="connsiteX9" fmla="*/ 0 w 1293904"/>
                  <a:gd name="connsiteY9" fmla="*/ 2542235 h 3182980"/>
                  <a:gd name="connsiteX10" fmla="*/ 0 w 1293904"/>
                  <a:gd name="connsiteY10" fmla="*/ 2149506 h 3182980"/>
                  <a:gd name="connsiteX11" fmla="*/ 508534 w 1293904"/>
                  <a:gd name="connsiteY11" fmla="*/ 2149506 h 3182980"/>
                  <a:gd name="connsiteX12" fmla="*/ 508534 w 1293904"/>
                  <a:gd name="connsiteY12" fmla="*/ 2554649 h 3182980"/>
                  <a:gd name="connsiteX13" fmla="*/ 644912 w 1293904"/>
                  <a:gd name="connsiteY13" fmla="*/ 2703441 h 3182980"/>
                  <a:gd name="connsiteX14" fmla="*/ 781291 w 1293904"/>
                  <a:gd name="connsiteY14" fmla="*/ 2554649 h 3182980"/>
                  <a:gd name="connsiteX15" fmla="*/ 781291 w 1293904"/>
                  <a:gd name="connsiteY15" fmla="*/ 2219822 h 3182980"/>
                  <a:gd name="connsiteX16" fmla="*/ 458878 w 1293904"/>
                  <a:gd name="connsiteY16" fmla="*/ 1711375 h 3182980"/>
                  <a:gd name="connsiteX17" fmla="*/ 4167 w 1293904"/>
                  <a:gd name="connsiteY17" fmla="*/ 946578 h 3182980"/>
                  <a:gd name="connsiteX18" fmla="*/ 4167 w 1293904"/>
                  <a:gd name="connsiteY18" fmla="*/ 644826 h 3182980"/>
                  <a:gd name="connsiteX19" fmla="*/ 644912 w 1293904"/>
                  <a:gd name="connsiteY19" fmla="*/ 0 h 3182980"/>
                  <a:gd name="connsiteX20" fmla="*/ 1289825 w 1293904"/>
                  <a:gd name="connsiteY20" fmla="*/ 644826 h 3182980"/>
                  <a:gd name="connsiteX21" fmla="*/ 1289825 w 1293904"/>
                  <a:gd name="connsiteY21" fmla="*/ 1033475 h 3182980"/>
                  <a:gd name="connsiteX22" fmla="*/ 777211 w 1293904"/>
                  <a:gd name="connsiteY22" fmla="*/ 1033475 h 318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3904" h="3182980">
                    <a:moveTo>
                      <a:pt x="777211" y="1033475"/>
                    </a:moveTo>
                    <a:lnTo>
                      <a:pt x="777211" y="624165"/>
                    </a:lnTo>
                    <a:cubicBezTo>
                      <a:pt x="777211" y="533188"/>
                      <a:pt x="723475" y="479452"/>
                      <a:pt x="644912" y="479452"/>
                    </a:cubicBezTo>
                    <a:cubicBezTo>
                      <a:pt x="570516" y="479452"/>
                      <a:pt x="512614" y="533188"/>
                      <a:pt x="512614" y="624165"/>
                    </a:cubicBezTo>
                    <a:lnTo>
                      <a:pt x="512614" y="872181"/>
                    </a:lnTo>
                    <a:cubicBezTo>
                      <a:pt x="512614" y="1062383"/>
                      <a:pt x="545688" y="1107784"/>
                      <a:pt x="835027" y="1339307"/>
                    </a:cubicBezTo>
                    <a:cubicBezTo>
                      <a:pt x="1219509" y="1645225"/>
                      <a:pt x="1293905" y="1835340"/>
                      <a:pt x="1293905" y="2104017"/>
                    </a:cubicBezTo>
                    <a:lnTo>
                      <a:pt x="1293905" y="2542235"/>
                    </a:lnTo>
                    <a:cubicBezTo>
                      <a:pt x="1293905" y="2955625"/>
                      <a:pt x="1029308" y="3182980"/>
                      <a:pt x="644912" y="3182980"/>
                    </a:cubicBezTo>
                    <a:cubicBezTo>
                      <a:pt x="260517" y="3182980"/>
                      <a:pt x="0" y="2955625"/>
                      <a:pt x="0" y="2542235"/>
                    </a:cubicBezTo>
                    <a:lnTo>
                      <a:pt x="0" y="2149506"/>
                    </a:lnTo>
                    <a:lnTo>
                      <a:pt x="508534" y="2149506"/>
                    </a:lnTo>
                    <a:lnTo>
                      <a:pt x="508534" y="2554649"/>
                    </a:lnTo>
                    <a:cubicBezTo>
                      <a:pt x="508534" y="2649706"/>
                      <a:pt x="570516" y="2703441"/>
                      <a:pt x="644912" y="2703441"/>
                    </a:cubicBezTo>
                    <a:cubicBezTo>
                      <a:pt x="723475" y="2703441"/>
                      <a:pt x="781291" y="2649706"/>
                      <a:pt x="781291" y="2554649"/>
                    </a:cubicBezTo>
                    <a:lnTo>
                      <a:pt x="781291" y="2219822"/>
                    </a:lnTo>
                    <a:cubicBezTo>
                      <a:pt x="781291" y="1971805"/>
                      <a:pt x="719309" y="1926317"/>
                      <a:pt x="458878" y="1711375"/>
                    </a:cubicBezTo>
                    <a:cubicBezTo>
                      <a:pt x="70316" y="1388962"/>
                      <a:pt x="4167" y="1231836"/>
                      <a:pt x="4167" y="946578"/>
                    </a:cubicBezTo>
                    <a:lnTo>
                      <a:pt x="4167" y="644826"/>
                    </a:lnTo>
                    <a:cubicBezTo>
                      <a:pt x="4167" y="252097"/>
                      <a:pt x="264597" y="0"/>
                      <a:pt x="644912" y="0"/>
                    </a:cubicBezTo>
                    <a:cubicBezTo>
                      <a:pt x="1025227" y="0"/>
                      <a:pt x="1289825" y="252184"/>
                      <a:pt x="1289825" y="644826"/>
                    </a:cubicBezTo>
                    <a:lnTo>
                      <a:pt x="1289825" y="1033475"/>
                    </a:lnTo>
                    <a:lnTo>
                      <a:pt x="777211" y="103347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8F6F4775-2EC2-9DAA-7A99-600AABE53602}"/>
                </a:ext>
              </a:extLst>
            </p:cNvPr>
            <p:cNvSpPr/>
            <p:nvPr/>
          </p:nvSpPr>
          <p:spPr>
            <a:xfrm>
              <a:off x="10023810" y="3719553"/>
              <a:ext cx="1252583" cy="3100423"/>
            </a:xfrm>
            <a:custGeom>
              <a:avLst/>
              <a:gdLst>
                <a:gd name="connsiteX0" fmla="*/ 1252584 w 1252583"/>
                <a:gd name="connsiteY0" fmla="*/ 479539 h 3100423"/>
                <a:gd name="connsiteX1" fmla="*/ 880516 w 1252583"/>
                <a:gd name="connsiteY1" fmla="*/ 479539 h 3100423"/>
                <a:gd name="connsiteX2" fmla="*/ 880516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4 w 1252583"/>
                <a:gd name="connsiteY7" fmla="*/ 0 h 3100423"/>
                <a:gd name="connsiteX8" fmla="*/ 1252584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4" y="479539"/>
                  </a:moveTo>
                  <a:lnTo>
                    <a:pt x="880516" y="479539"/>
                  </a:lnTo>
                  <a:lnTo>
                    <a:pt x="880516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4" y="0"/>
                  </a:lnTo>
                  <a:lnTo>
                    <a:pt x="1252584" y="4795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9BBBF0BA-99BB-2581-13FA-01AD2220F565}"/>
              </a:ext>
            </a:extLst>
          </p:cNvPr>
          <p:cNvPicPr>
            <a:picLocks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9363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C7B4FC1-5F10-9CB1-7E39-0007F559DD5E}"/>
              </a:ext>
            </a:extLst>
          </p:cNvPr>
          <p:cNvSpPr/>
          <p:nvPr/>
        </p:nvSpPr>
        <p:spPr>
          <a:xfrm>
            <a:off x="308198" y="5670552"/>
            <a:ext cx="11575605" cy="626760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ln w="12700">
            <a:solidFill>
              <a:schemeClr val="bg1"/>
            </a:solidFill>
          </a:ln>
          <a:effectLst>
            <a:outerShdw blurRad="190500" dist="20000" dir="5400000" rotWithShape="0">
              <a:srgbClr val="000000">
                <a:alpha val="2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E0C741DD-78D5-B33E-6760-2F721D372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8276" y="6067171"/>
            <a:ext cx="1695448" cy="356044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C3F1D64C-9BE7-9463-D7A2-D4DA86C77212}"/>
              </a:ext>
            </a:extLst>
          </p:cNvPr>
          <p:cNvGrpSpPr/>
          <p:nvPr/>
        </p:nvGrpSpPr>
        <p:grpSpPr>
          <a:xfrm>
            <a:off x="4615543" y="2458519"/>
            <a:ext cx="2960914" cy="1940962"/>
            <a:chOff x="861349" y="0"/>
            <a:chExt cx="10466695" cy="6861211"/>
          </a:xfrm>
        </p:grpSpPr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25593FCB-7F44-74C3-EA1E-CEB7F2F67530}"/>
                </a:ext>
              </a:extLst>
            </p:cNvPr>
            <p:cNvGrpSpPr/>
            <p:nvPr/>
          </p:nvGrpSpPr>
          <p:grpSpPr>
            <a:xfrm>
              <a:off x="861349" y="0"/>
              <a:ext cx="2835739" cy="3183067"/>
              <a:chOff x="861349" y="0"/>
              <a:chExt cx="2835739" cy="3183067"/>
            </a:xfrm>
            <a:solidFill>
              <a:srgbClr val="FFFFFF"/>
            </a:solidFill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F867BA74-350C-1350-7B15-EDD32886BA65}"/>
                  </a:ext>
                </a:extLst>
              </p:cNvPr>
              <p:cNvSpPr/>
              <p:nvPr/>
            </p:nvSpPr>
            <p:spPr>
              <a:xfrm>
                <a:off x="861349" y="41321"/>
                <a:ext cx="1331146" cy="3100336"/>
              </a:xfrm>
              <a:custGeom>
                <a:avLst/>
                <a:gdLst>
                  <a:gd name="connsiteX0" fmla="*/ 814366 w 1331146"/>
                  <a:gd name="connsiteY0" fmla="*/ 872268 h 3100336"/>
                  <a:gd name="connsiteX1" fmla="*/ 587010 w 1331146"/>
                  <a:gd name="connsiteY1" fmla="*/ 479539 h 3100336"/>
                  <a:gd name="connsiteX2" fmla="*/ 512614 w 1331146"/>
                  <a:gd name="connsiteY2" fmla="*/ 479539 h 3100336"/>
                  <a:gd name="connsiteX3" fmla="*/ 512614 w 1331146"/>
                  <a:gd name="connsiteY3" fmla="*/ 1430371 h 3100336"/>
                  <a:gd name="connsiteX4" fmla="*/ 587010 w 1331146"/>
                  <a:gd name="connsiteY4" fmla="*/ 1430371 h 3100336"/>
                  <a:gd name="connsiteX5" fmla="*/ 814366 w 1331146"/>
                  <a:gd name="connsiteY5" fmla="*/ 1037641 h 3100336"/>
                  <a:gd name="connsiteX6" fmla="*/ 814366 w 1331146"/>
                  <a:gd name="connsiteY6" fmla="*/ 872268 h 3100336"/>
                  <a:gd name="connsiteX7" fmla="*/ 1331146 w 1331146"/>
                  <a:gd name="connsiteY7" fmla="*/ 880515 h 3100336"/>
                  <a:gd name="connsiteX8" fmla="*/ 1331146 w 1331146"/>
                  <a:gd name="connsiteY8" fmla="*/ 1029308 h 3100336"/>
                  <a:gd name="connsiteX9" fmla="*/ 587097 w 1331146"/>
                  <a:gd name="connsiteY9" fmla="*/ 1905656 h 3100336"/>
                  <a:gd name="connsiteX10" fmla="*/ 512701 w 1331146"/>
                  <a:gd name="connsiteY10" fmla="*/ 1905656 h 3100336"/>
                  <a:gd name="connsiteX11" fmla="*/ 512701 w 1331146"/>
                  <a:gd name="connsiteY11" fmla="*/ 3100337 h 3100336"/>
                  <a:gd name="connsiteX12" fmla="*/ 0 w 1331146"/>
                  <a:gd name="connsiteY12" fmla="*/ 3100337 h 3100336"/>
                  <a:gd name="connsiteX13" fmla="*/ 0 w 1331146"/>
                  <a:gd name="connsiteY13" fmla="*/ 0 h 3100336"/>
                  <a:gd name="connsiteX14" fmla="*/ 587010 w 1331146"/>
                  <a:gd name="connsiteY14" fmla="*/ 0 h 3100336"/>
                  <a:gd name="connsiteX15" fmla="*/ 1331060 w 1331146"/>
                  <a:gd name="connsiteY15" fmla="*/ 880515 h 310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31146" h="3100336">
                    <a:moveTo>
                      <a:pt x="814366" y="872268"/>
                    </a:moveTo>
                    <a:cubicBezTo>
                      <a:pt x="814366" y="549855"/>
                      <a:pt x="735803" y="479539"/>
                      <a:pt x="587010" y="479539"/>
                    </a:cubicBezTo>
                    <a:lnTo>
                      <a:pt x="512614" y="479539"/>
                    </a:lnTo>
                    <a:lnTo>
                      <a:pt x="512614" y="1430371"/>
                    </a:lnTo>
                    <a:lnTo>
                      <a:pt x="587010" y="1430371"/>
                    </a:lnTo>
                    <a:cubicBezTo>
                      <a:pt x="735803" y="1430371"/>
                      <a:pt x="814366" y="1360054"/>
                      <a:pt x="814366" y="1037641"/>
                    </a:cubicBezTo>
                    <a:lnTo>
                      <a:pt x="814366" y="872268"/>
                    </a:lnTo>
                    <a:close/>
                    <a:moveTo>
                      <a:pt x="1331146" y="880515"/>
                    </a:moveTo>
                    <a:lnTo>
                      <a:pt x="1331146" y="1029308"/>
                    </a:lnTo>
                    <a:cubicBezTo>
                      <a:pt x="1331146" y="1645312"/>
                      <a:pt x="1083130" y="1905656"/>
                      <a:pt x="587097" y="1905656"/>
                    </a:cubicBezTo>
                    <a:lnTo>
                      <a:pt x="512701" y="1905656"/>
                    </a:lnTo>
                    <a:lnTo>
                      <a:pt x="512701" y="3100337"/>
                    </a:lnTo>
                    <a:lnTo>
                      <a:pt x="0" y="3100337"/>
                    </a:lnTo>
                    <a:lnTo>
                      <a:pt x="0" y="0"/>
                    </a:lnTo>
                    <a:lnTo>
                      <a:pt x="587010" y="0"/>
                    </a:lnTo>
                    <a:cubicBezTo>
                      <a:pt x="1083043" y="0"/>
                      <a:pt x="1331060" y="260430"/>
                      <a:pt x="1331060" y="880515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331B8D34-9291-0919-40FE-ACD26FAA80F4}"/>
                  </a:ext>
                </a:extLst>
              </p:cNvPr>
              <p:cNvSpPr/>
              <p:nvPr/>
            </p:nvSpPr>
            <p:spPr>
              <a:xfrm>
                <a:off x="2353614" y="0"/>
                <a:ext cx="1343473" cy="3183067"/>
              </a:xfrm>
              <a:custGeom>
                <a:avLst/>
                <a:gdLst>
                  <a:gd name="connsiteX0" fmla="*/ 673820 w 1343473"/>
                  <a:gd name="connsiteY0" fmla="*/ 475372 h 3183067"/>
                  <a:gd name="connsiteX1" fmla="*/ 516694 w 1343473"/>
                  <a:gd name="connsiteY1" fmla="*/ 644912 h 3183067"/>
                  <a:gd name="connsiteX2" fmla="*/ 516694 w 1343473"/>
                  <a:gd name="connsiteY2" fmla="*/ 2538242 h 3183067"/>
                  <a:gd name="connsiteX3" fmla="*/ 673820 w 1343473"/>
                  <a:gd name="connsiteY3" fmla="*/ 2707782 h 3183067"/>
                  <a:gd name="connsiteX4" fmla="*/ 830860 w 1343473"/>
                  <a:gd name="connsiteY4" fmla="*/ 2538242 h 3183067"/>
                  <a:gd name="connsiteX5" fmla="*/ 830860 w 1343473"/>
                  <a:gd name="connsiteY5" fmla="*/ 644912 h 3183067"/>
                  <a:gd name="connsiteX6" fmla="*/ 673820 w 1343473"/>
                  <a:gd name="connsiteY6" fmla="*/ 475372 h 3183067"/>
                  <a:gd name="connsiteX7" fmla="*/ 1343474 w 1343473"/>
                  <a:gd name="connsiteY7" fmla="*/ 644912 h 3183067"/>
                  <a:gd name="connsiteX8" fmla="*/ 1343474 w 1343473"/>
                  <a:gd name="connsiteY8" fmla="*/ 2538242 h 3183067"/>
                  <a:gd name="connsiteX9" fmla="*/ 673820 w 1343473"/>
                  <a:gd name="connsiteY9" fmla="*/ 3183067 h 3183067"/>
                  <a:gd name="connsiteX10" fmla="*/ 0 w 1343473"/>
                  <a:gd name="connsiteY10" fmla="*/ 2538242 h 3183067"/>
                  <a:gd name="connsiteX11" fmla="*/ 0 w 1343473"/>
                  <a:gd name="connsiteY11" fmla="*/ 644912 h 3183067"/>
                  <a:gd name="connsiteX12" fmla="*/ 673820 w 1343473"/>
                  <a:gd name="connsiteY12" fmla="*/ 0 h 3183067"/>
                  <a:gd name="connsiteX13" fmla="*/ 1343474 w 1343473"/>
                  <a:gd name="connsiteY13" fmla="*/ 644912 h 3183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43473" h="3183067">
                    <a:moveTo>
                      <a:pt x="673820" y="475372"/>
                    </a:moveTo>
                    <a:cubicBezTo>
                      <a:pt x="578676" y="475372"/>
                      <a:pt x="516694" y="541522"/>
                      <a:pt x="516694" y="644912"/>
                    </a:cubicBezTo>
                    <a:lnTo>
                      <a:pt x="516694" y="2538242"/>
                    </a:lnTo>
                    <a:cubicBezTo>
                      <a:pt x="516694" y="2641546"/>
                      <a:pt x="578676" y="2707782"/>
                      <a:pt x="673820" y="2707782"/>
                    </a:cubicBezTo>
                    <a:cubicBezTo>
                      <a:pt x="768964" y="2707782"/>
                      <a:pt x="830860" y="2641632"/>
                      <a:pt x="830860" y="2538242"/>
                    </a:cubicBezTo>
                    <a:lnTo>
                      <a:pt x="830860" y="644912"/>
                    </a:lnTo>
                    <a:cubicBezTo>
                      <a:pt x="830860" y="541608"/>
                      <a:pt x="768877" y="475372"/>
                      <a:pt x="673820" y="475372"/>
                    </a:cubicBezTo>
                    <a:moveTo>
                      <a:pt x="1343474" y="644912"/>
                    </a:moveTo>
                    <a:lnTo>
                      <a:pt x="1343474" y="2538242"/>
                    </a:lnTo>
                    <a:cubicBezTo>
                      <a:pt x="1343474" y="2914390"/>
                      <a:pt x="1070629" y="3183067"/>
                      <a:pt x="673820" y="3183067"/>
                    </a:cubicBezTo>
                    <a:cubicBezTo>
                      <a:pt x="277011" y="3183067"/>
                      <a:pt x="0" y="2914390"/>
                      <a:pt x="0" y="2538242"/>
                    </a:cubicBezTo>
                    <a:lnTo>
                      <a:pt x="0" y="644912"/>
                    </a:lnTo>
                    <a:cubicBezTo>
                      <a:pt x="0" y="268764"/>
                      <a:pt x="272844" y="0"/>
                      <a:pt x="673820" y="0"/>
                    </a:cubicBezTo>
                    <a:cubicBezTo>
                      <a:pt x="1074796" y="0"/>
                      <a:pt x="1343474" y="268764"/>
                      <a:pt x="1343474" y="644912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F5762539-1930-BA2C-E334-B6F89AFA6F84}"/>
                </a:ext>
              </a:extLst>
            </p:cNvPr>
            <p:cNvSpPr/>
            <p:nvPr/>
          </p:nvSpPr>
          <p:spPr>
            <a:xfrm>
              <a:off x="3746743" y="41321"/>
              <a:ext cx="2128931" cy="3100423"/>
            </a:xfrm>
            <a:custGeom>
              <a:avLst/>
              <a:gdLst>
                <a:gd name="connsiteX0" fmla="*/ 2128932 w 2128931"/>
                <a:gd name="connsiteY0" fmla="*/ 0 h 3100423"/>
                <a:gd name="connsiteX1" fmla="*/ 1752783 w 2128931"/>
                <a:gd name="connsiteY1" fmla="*/ 3100424 h 3100423"/>
                <a:gd name="connsiteX2" fmla="*/ 1223589 w 2128931"/>
                <a:gd name="connsiteY2" fmla="*/ 3100424 h 3100423"/>
                <a:gd name="connsiteX3" fmla="*/ 1062382 w 2128931"/>
                <a:gd name="connsiteY3" fmla="*/ 1260830 h 3100423"/>
                <a:gd name="connsiteX4" fmla="*/ 901176 w 2128931"/>
                <a:gd name="connsiteY4" fmla="*/ 3100424 h 3100423"/>
                <a:gd name="connsiteX5" fmla="*/ 376148 w 2128931"/>
                <a:gd name="connsiteY5" fmla="*/ 3100424 h 3100423"/>
                <a:gd name="connsiteX6" fmla="*/ 0 w 2128931"/>
                <a:gd name="connsiteY6" fmla="*/ 0 h 3100423"/>
                <a:gd name="connsiteX7" fmla="*/ 500200 w 2128931"/>
                <a:gd name="connsiteY7" fmla="*/ 0 h 3100423"/>
                <a:gd name="connsiteX8" fmla="*/ 665573 w 2128931"/>
                <a:gd name="connsiteY8" fmla="*/ 1942984 h 3100423"/>
                <a:gd name="connsiteX9" fmla="*/ 826780 w 2128931"/>
                <a:gd name="connsiteY9" fmla="*/ 0 h 3100423"/>
                <a:gd name="connsiteX10" fmla="*/ 1322813 w 2128931"/>
                <a:gd name="connsiteY10" fmla="*/ 0 h 3100423"/>
                <a:gd name="connsiteX11" fmla="*/ 1484019 w 2128931"/>
                <a:gd name="connsiteY11" fmla="*/ 1938817 h 3100423"/>
                <a:gd name="connsiteX12" fmla="*/ 1645226 w 2128931"/>
                <a:gd name="connsiteY12" fmla="*/ 0 h 3100423"/>
                <a:gd name="connsiteX13" fmla="*/ 2128932 w 2128931"/>
                <a:gd name="connsiteY13" fmla="*/ 0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28931" h="3100423">
                  <a:moveTo>
                    <a:pt x="2128932" y="0"/>
                  </a:moveTo>
                  <a:lnTo>
                    <a:pt x="1752783" y="3100424"/>
                  </a:lnTo>
                  <a:lnTo>
                    <a:pt x="1223589" y="3100424"/>
                  </a:lnTo>
                  <a:lnTo>
                    <a:pt x="1062382" y="1260830"/>
                  </a:lnTo>
                  <a:lnTo>
                    <a:pt x="901176" y="3100424"/>
                  </a:lnTo>
                  <a:lnTo>
                    <a:pt x="376148" y="3100424"/>
                  </a:lnTo>
                  <a:lnTo>
                    <a:pt x="0" y="0"/>
                  </a:lnTo>
                  <a:lnTo>
                    <a:pt x="500200" y="0"/>
                  </a:lnTo>
                  <a:lnTo>
                    <a:pt x="665573" y="1942984"/>
                  </a:lnTo>
                  <a:lnTo>
                    <a:pt x="826780" y="0"/>
                  </a:lnTo>
                  <a:lnTo>
                    <a:pt x="1322813" y="0"/>
                  </a:lnTo>
                  <a:lnTo>
                    <a:pt x="1484019" y="1938817"/>
                  </a:lnTo>
                  <a:lnTo>
                    <a:pt x="1645226" y="0"/>
                  </a:lnTo>
                  <a:lnTo>
                    <a:pt x="212893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D1685E00-F3D8-7500-A94C-D52A242FC47C}"/>
                </a:ext>
              </a:extLst>
            </p:cNvPr>
            <p:cNvSpPr/>
            <p:nvPr/>
          </p:nvSpPr>
          <p:spPr>
            <a:xfrm>
              <a:off x="5970645" y="41408"/>
              <a:ext cx="1074883" cy="3100336"/>
            </a:xfrm>
            <a:custGeom>
              <a:avLst/>
              <a:gdLst>
                <a:gd name="connsiteX0" fmla="*/ 1074883 w 1074883"/>
                <a:gd name="connsiteY0" fmla="*/ 2620798 h 3100336"/>
                <a:gd name="connsiteX1" fmla="*/ 1074883 w 1074883"/>
                <a:gd name="connsiteY1" fmla="*/ 3100337 h 3100336"/>
                <a:gd name="connsiteX2" fmla="*/ 0 w 1074883"/>
                <a:gd name="connsiteY2" fmla="*/ 3100337 h 3100336"/>
                <a:gd name="connsiteX3" fmla="*/ 0 w 1074883"/>
                <a:gd name="connsiteY3" fmla="*/ 0 h 3100336"/>
                <a:gd name="connsiteX4" fmla="*/ 1070716 w 1074883"/>
                <a:gd name="connsiteY4" fmla="*/ 0 h 3100336"/>
                <a:gd name="connsiteX5" fmla="*/ 1070716 w 1074883"/>
                <a:gd name="connsiteY5" fmla="*/ 479452 h 3100336"/>
                <a:gd name="connsiteX6" fmla="*/ 512614 w 1074883"/>
                <a:gd name="connsiteY6" fmla="*/ 479452 h 3100336"/>
                <a:gd name="connsiteX7" fmla="*/ 512614 w 1074883"/>
                <a:gd name="connsiteY7" fmla="*/ 1248417 h 3100336"/>
                <a:gd name="connsiteX8" fmla="*/ 950832 w 1074883"/>
                <a:gd name="connsiteY8" fmla="*/ 1248417 h 3100336"/>
                <a:gd name="connsiteX9" fmla="*/ 950832 w 1074883"/>
                <a:gd name="connsiteY9" fmla="*/ 1727956 h 3100336"/>
                <a:gd name="connsiteX10" fmla="*/ 512614 w 1074883"/>
                <a:gd name="connsiteY10" fmla="*/ 1727956 h 3100336"/>
                <a:gd name="connsiteX11" fmla="*/ 512614 w 1074883"/>
                <a:gd name="connsiteY11" fmla="*/ 2620798 h 3100336"/>
                <a:gd name="connsiteX12" fmla="*/ 1074883 w 1074883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883" h="3100336">
                  <a:moveTo>
                    <a:pt x="1074883" y="2620798"/>
                  </a:moveTo>
                  <a:lnTo>
                    <a:pt x="1074883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832" y="1248417"/>
                  </a:lnTo>
                  <a:lnTo>
                    <a:pt x="950832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883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FD8D460A-14F6-4401-D092-8F196F99B36D}"/>
                </a:ext>
              </a:extLst>
            </p:cNvPr>
            <p:cNvSpPr/>
            <p:nvPr/>
          </p:nvSpPr>
          <p:spPr>
            <a:xfrm>
              <a:off x="7219148" y="41321"/>
              <a:ext cx="1388961" cy="3100423"/>
            </a:xfrm>
            <a:custGeom>
              <a:avLst/>
              <a:gdLst>
                <a:gd name="connsiteX0" fmla="*/ 512527 w 1388961"/>
                <a:gd name="connsiteY0" fmla="*/ 1504767 h 3100423"/>
                <a:gd name="connsiteX1" fmla="*/ 628245 w 1388961"/>
                <a:gd name="connsiteY1" fmla="*/ 1504767 h 3100423"/>
                <a:gd name="connsiteX2" fmla="*/ 814279 w 1388961"/>
                <a:gd name="connsiteY2" fmla="*/ 1260830 h 3100423"/>
                <a:gd name="connsiteX3" fmla="*/ 814279 w 1388961"/>
                <a:gd name="connsiteY3" fmla="*/ 719222 h 3100423"/>
                <a:gd name="connsiteX4" fmla="*/ 628245 w 1388961"/>
                <a:gd name="connsiteY4" fmla="*/ 479452 h 3100423"/>
                <a:gd name="connsiteX5" fmla="*/ 512527 w 1388961"/>
                <a:gd name="connsiteY5" fmla="*/ 479452 h 3100423"/>
                <a:gd name="connsiteX6" fmla="*/ 512527 w 1388961"/>
                <a:gd name="connsiteY6" fmla="*/ 1504680 h 3100423"/>
                <a:gd name="connsiteX7" fmla="*/ 851520 w 1388961"/>
                <a:gd name="connsiteY7" fmla="*/ 3100424 h 3100423"/>
                <a:gd name="connsiteX8" fmla="*/ 669653 w 1388961"/>
                <a:gd name="connsiteY8" fmla="*/ 1984306 h 3100423"/>
                <a:gd name="connsiteX9" fmla="*/ 512614 w 1388961"/>
                <a:gd name="connsiteY9" fmla="*/ 1984306 h 3100423"/>
                <a:gd name="connsiteX10" fmla="*/ 512614 w 1388961"/>
                <a:gd name="connsiteY10" fmla="*/ 3100424 h 3100423"/>
                <a:gd name="connsiteX11" fmla="*/ 0 w 1388961"/>
                <a:gd name="connsiteY11" fmla="*/ 3100424 h 3100423"/>
                <a:gd name="connsiteX12" fmla="*/ 0 w 1388961"/>
                <a:gd name="connsiteY12" fmla="*/ 0 h 3100423"/>
                <a:gd name="connsiteX13" fmla="*/ 628332 w 1388961"/>
                <a:gd name="connsiteY13" fmla="*/ 0 h 3100423"/>
                <a:gd name="connsiteX14" fmla="*/ 1331060 w 1388961"/>
                <a:gd name="connsiteY14" fmla="*/ 727556 h 3100423"/>
                <a:gd name="connsiteX15" fmla="*/ 1331060 w 1388961"/>
                <a:gd name="connsiteY15" fmla="*/ 1256663 h 3100423"/>
                <a:gd name="connsiteX16" fmla="*/ 1145026 w 1388961"/>
                <a:gd name="connsiteY16" fmla="*/ 1789938 h 3100423"/>
                <a:gd name="connsiteX17" fmla="*/ 1388962 w 1388961"/>
                <a:gd name="connsiteY17" fmla="*/ 3100337 h 3100423"/>
                <a:gd name="connsiteX18" fmla="*/ 851520 w 1388961"/>
                <a:gd name="connsiteY18" fmla="*/ 3100337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8961" h="3100423">
                  <a:moveTo>
                    <a:pt x="512527" y="1504767"/>
                  </a:moveTo>
                  <a:lnTo>
                    <a:pt x="628245" y="1504767"/>
                  </a:lnTo>
                  <a:cubicBezTo>
                    <a:pt x="756377" y="1504767"/>
                    <a:pt x="814279" y="1446864"/>
                    <a:pt x="814279" y="1260830"/>
                  </a:cubicBezTo>
                  <a:lnTo>
                    <a:pt x="814279" y="719222"/>
                  </a:lnTo>
                  <a:cubicBezTo>
                    <a:pt x="814279" y="541522"/>
                    <a:pt x="756464" y="479452"/>
                    <a:pt x="628245" y="479452"/>
                  </a:cubicBezTo>
                  <a:lnTo>
                    <a:pt x="512527" y="479452"/>
                  </a:lnTo>
                  <a:lnTo>
                    <a:pt x="512527" y="1504680"/>
                  </a:lnTo>
                  <a:close/>
                  <a:moveTo>
                    <a:pt x="851520" y="3100424"/>
                  </a:moveTo>
                  <a:lnTo>
                    <a:pt x="669653" y="1984306"/>
                  </a:lnTo>
                  <a:lnTo>
                    <a:pt x="512614" y="1984306"/>
                  </a:lnTo>
                  <a:lnTo>
                    <a:pt x="512614" y="3100424"/>
                  </a:lnTo>
                  <a:lnTo>
                    <a:pt x="0" y="3100424"/>
                  </a:lnTo>
                  <a:lnTo>
                    <a:pt x="0" y="0"/>
                  </a:lnTo>
                  <a:lnTo>
                    <a:pt x="628332" y="0"/>
                  </a:lnTo>
                  <a:cubicBezTo>
                    <a:pt x="1062382" y="0"/>
                    <a:pt x="1331060" y="268764"/>
                    <a:pt x="1331060" y="727556"/>
                  </a:cubicBezTo>
                  <a:lnTo>
                    <a:pt x="1331060" y="1256663"/>
                  </a:lnTo>
                  <a:cubicBezTo>
                    <a:pt x="1331060" y="1484019"/>
                    <a:pt x="1264911" y="1665886"/>
                    <a:pt x="1145026" y="1789938"/>
                  </a:cubicBezTo>
                  <a:lnTo>
                    <a:pt x="1388962" y="3100337"/>
                  </a:lnTo>
                  <a:lnTo>
                    <a:pt x="851520" y="310033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68CEAB1-53F6-99D3-BA30-373733D2507B}"/>
                </a:ext>
              </a:extLst>
            </p:cNvPr>
            <p:cNvSpPr/>
            <p:nvPr/>
          </p:nvSpPr>
          <p:spPr>
            <a:xfrm>
              <a:off x="8744402" y="41408"/>
              <a:ext cx="1074796" cy="3100336"/>
            </a:xfrm>
            <a:custGeom>
              <a:avLst/>
              <a:gdLst>
                <a:gd name="connsiteX0" fmla="*/ 1074796 w 1074796"/>
                <a:gd name="connsiteY0" fmla="*/ 2620798 h 3100336"/>
                <a:gd name="connsiteX1" fmla="*/ 1074796 w 1074796"/>
                <a:gd name="connsiteY1" fmla="*/ 3100337 h 3100336"/>
                <a:gd name="connsiteX2" fmla="*/ 0 w 1074796"/>
                <a:gd name="connsiteY2" fmla="*/ 3100337 h 3100336"/>
                <a:gd name="connsiteX3" fmla="*/ 0 w 1074796"/>
                <a:gd name="connsiteY3" fmla="*/ 0 h 3100336"/>
                <a:gd name="connsiteX4" fmla="*/ 1070716 w 1074796"/>
                <a:gd name="connsiteY4" fmla="*/ 0 h 3100336"/>
                <a:gd name="connsiteX5" fmla="*/ 1070716 w 1074796"/>
                <a:gd name="connsiteY5" fmla="*/ 479452 h 3100336"/>
                <a:gd name="connsiteX6" fmla="*/ 512614 w 1074796"/>
                <a:gd name="connsiteY6" fmla="*/ 479452 h 3100336"/>
                <a:gd name="connsiteX7" fmla="*/ 512614 w 1074796"/>
                <a:gd name="connsiteY7" fmla="*/ 1248417 h 3100336"/>
                <a:gd name="connsiteX8" fmla="*/ 950744 w 1074796"/>
                <a:gd name="connsiteY8" fmla="*/ 1248417 h 3100336"/>
                <a:gd name="connsiteX9" fmla="*/ 950744 w 1074796"/>
                <a:gd name="connsiteY9" fmla="*/ 1727956 h 3100336"/>
                <a:gd name="connsiteX10" fmla="*/ 512614 w 1074796"/>
                <a:gd name="connsiteY10" fmla="*/ 1727956 h 3100336"/>
                <a:gd name="connsiteX11" fmla="*/ 512614 w 1074796"/>
                <a:gd name="connsiteY11" fmla="*/ 2620798 h 3100336"/>
                <a:gd name="connsiteX12" fmla="*/ 1074796 w 1074796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796" h="3100336">
                  <a:moveTo>
                    <a:pt x="1074796" y="2620798"/>
                  </a:moveTo>
                  <a:lnTo>
                    <a:pt x="1074796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744" y="1248417"/>
                  </a:lnTo>
                  <a:lnTo>
                    <a:pt x="950744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796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" name="Graphique 7">
              <a:extLst>
                <a:ext uri="{FF2B5EF4-FFF2-40B4-BE49-F238E27FC236}">
                  <a16:creationId xmlns:a16="http://schemas.microsoft.com/office/drawing/2014/main" id="{A99B9251-9B9A-D6A1-65E5-DA8B4AD9D769}"/>
                </a:ext>
              </a:extLst>
            </p:cNvPr>
            <p:cNvGrpSpPr/>
            <p:nvPr/>
          </p:nvGrpSpPr>
          <p:grpSpPr>
            <a:xfrm>
              <a:off x="958402" y="41321"/>
              <a:ext cx="10369642" cy="6778655"/>
              <a:chOff x="958402" y="41321"/>
              <a:chExt cx="10369642" cy="6778655"/>
            </a:xfrm>
            <a:solidFill>
              <a:srgbClr val="FFFFFF"/>
            </a:solidFill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867A11-7B00-9BF7-7546-2EF15C1969D9}"/>
                  </a:ext>
                </a:extLst>
              </p:cNvPr>
              <p:cNvSpPr/>
              <p:nvPr/>
            </p:nvSpPr>
            <p:spPr>
              <a:xfrm>
                <a:off x="9992732" y="41321"/>
                <a:ext cx="1335312" cy="3100423"/>
              </a:xfrm>
              <a:custGeom>
                <a:avLst/>
                <a:gdLst>
                  <a:gd name="connsiteX0" fmla="*/ 661493 w 1335312"/>
                  <a:gd name="connsiteY0" fmla="*/ 479539 h 3100423"/>
                  <a:gd name="connsiteX1" fmla="*/ 512700 w 1335312"/>
                  <a:gd name="connsiteY1" fmla="*/ 479539 h 3100423"/>
                  <a:gd name="connsiteX2" fmla="*/ 512700 w 1335312"/>
                  <a:gd name="connsiteY2" fmla="*/ 2620885 h 3100423"/>
                  <a:gd name="connsiteX3" fmla="*/ 661493 w 1335312"/>
                  <a:gd name="connsiteY3" fmla="*/ 2620885 h 3100423"/>
                  <a:gd name="connsiteX4" fmla="*/ 818533 w 1335312"/>
                  <a:gd name="connsiteY4" fmla="*/ 2455511 h 3100423"/>
                  <a:gd name="connsiteX5" fmla="*/ 818533 w 1335312"/>
                  <a:gd name="connsiteY5" fmla="*/ 644912 h 3100423"/>
                  <a:gd name="connsiteX6" fmla="*/ 661493 w 1335312"/>
                  <a:gd name="connsiteY6" fmla="*/ 479539 h 3100423"/>
                  <a:gd name="connsiteX7" fmla="*/ 1335313 w 1335312"/>
                  <a:gd name="connsiteY7" fmla="*/ 644912 h 3100423"/>
                  <a:gd name="connsiteX8" fmla="*/ 1335313 w 1335312"/>
                  <a:gd name="connsiteY8" fmla="*/ 2455598 h 3100423"/>
                  <a:gd name="connsiteX9" fmla="*/ 661493 w 1335312"/>
                  <a:gd name="connsiteY9" fmla="*/ 3100424 h 3100423"/>
                  <a:gd name="connsiteX10" fmla="*/ 0 w 1335312"/>
                  <a:gd name="connsiteY10" fmla="*/ 3100424 h 3100423"/>
                  <a:gd name="connsiteX11" fmla="*/ 0 w 1335312"/>
                  <a:gd name="connsiteY11" fmla="*/ 0 h 3100423"/>
                  <a:gd name="connsiteX12" fmla="*/ 661493 w 1335312"/>
                  <a:gd name="connsiteY12" fmla="*/ 0 h 3100423"/>
                  <a:gd name="connsiteX13" fmla="*/ 1335313 w 1335312"/>
                  <a:gd name="connsiteY13" fmla="*/ 644826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5312" h="3100423">
                    <a:moveTo>
                      <a:pt x="661493" y="479539"/>
                    </a:moveTo>
                    <a:lnTo>
                      <a:pt x="512700" y="479539"/>
                    </a:lnTo>
                    <a:lnTo>
                      <a:pt x="512700" y="2620885"/>
                    </a:lnTo>
                    <a:lnTo>
                      <a:pt x="661493" y="2620885"/>
                    </a:lnTo>
                    <a:cubicBezTo>
                      <a:pt x="756550" y="2620885"/>
                      <a:pt x="818533" y="2558902"/>
                      <a:pt x="818533" y="2455511"/>
                    </a:cubicBezTo>
                    <a:lnTo>
                      <a:pt x="818533" y="644912"/>
                    </a:lnTo>
                    <a:cubicBezTo>
                      <a:pt x="818533" y="541608"/>
                      <a:pt x="756550" y="479539"/>
                      <a:pt x="661493" y="479539"/>
                    </a:cubicBezTo>
                    <a:moveTo>
                      <a:pt x="1335313" y="644912"/>
                    </a:moveTo>
                    <a:lnTo>
                      <a:pt x="1335313" y="2455598"/>
                    </a:lnTo>
                    <a:cubicBezTo>
                      <a:pt x="1335313" y="2831746"/>
                      <a:pt x="1062469" y="3100424"/>
                      <a:pt x="661493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61493" y="0"/>
                    </a:lnTo>
                    <a:cubicBezTo>
                      <a:pt x="1062469" y="0"/>
                      <a:pt x="1335313" y="268677"/>
                      <a:pt x="1335313" y="644826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CCA51507-C49C-2B7D-AE8A-7D7BDDD98BC5}"/>
                  </a:ext>
                </a:extLst>
              </p:cNvPr>
              <p:cNvSpPr/>
              <p:nvPr/>
            </p:nvSpPr>
            <p:spPr>
              <a:xfrm>
                <a:off x="958402" y="3719553"/>
                <a:ext cx="1347640" cy="3100423"/>
              </a:xfrm>
              <a:custGeom>
                <a:avLst/>
                <a:gdLst>
                  <a:gd name="connsiteX0" fmla="*/ 830860 w 1347640"/>
                  <a:gd name="connsiteY0" fmla="*/ 1860167 h 3100423"/>
                  <a:gd name="connsiteX1" fmla="*/ 673733 w 1347640"/>
                  <a:gd name="connsiteY1" fmla="*/ 1694881 h 3100423"/>
                  <a:gd name="connsiteX2" fmla="*/ 512527 w 1347640"/>
                  <a:gd name="connsiteY2" fmla="*/ 1694881 h 3100423"/>
                  <a:gd name="connsiteX3" fmla="*/ 512527 w 1347640"/>
                  <a:gd name="connsiteY3" fmla="*/ 2620798 h 3100423"/>
                  <a:gd name="connsiteX4" fmla="*/ 673733 w 1347640"/>
                  <a:gd name="connsiteY4" fmla="*/ 2620798 h 3100423"/>
                  <a:gd name="connsiteX5" fmla="*/ 830860 w 1347640"/>
                  <a:gd name="connsiteY5" fmla="*/ 2455425 h 3100423"/>
                  <a:gd name="connsiteX6" fmla="*/ 830860 w 1347640"/>
                  <a:gd name="connsiteY6" fmla="*/ 1860167 h 3100423"/>
                  <a:gd name="connsiteX7" fmla="*/ 512527 w 1347640"/>
                  <a:gd name="connsiteY7" fmla="*/ 479452 h 3100423"/>
                  <a:gd name="connsiteX8" fmla="*/ 512527 w 1347640"/>
                  <a:gd name="connsiteY8" fmla="*/ 1215342 h 3100423"/>
                  <a:gd name="connsiteX9" fmla="*/ 653073 w 1347640"/>
                  <a:gd name="connsiteY9" fmla="*/ 1215342 h 3100423"/>
                  <a:gd name="connsiteX10" fmla="*/ 810199 w 1347640"/>
                  <a:gd name="connsiteY10" fmla="*/ 1049968 h 3100423"/>
                  <a:gd name="connsiteX11" fmla="*/ 810199 w 1347640"/>
                  <a:gd name="connsiteY11" fmla="*/ 644826 h 3100423"/>
                  <a:gd name="connsiteX12" fmla="*/ 653073 w 1347640"/>
                  <a:gd name="connsiteY12" fmla="*/ 479452 h 3100423"/>
                  <a:gd name="connsiteX13" fmla="*/ 512527 w 1347640"/>
                  <a:gd name="connsiteY13" fmla="*/ 479452 h 3100423"/>
                  <a:gd name="connsiteX14" fmla="*/ 1347640 w 1347640"/>
                  <a:gd name="connsiteY14" fmla="*/ 1905743 h 3100423"/>
                  <a:gd name="connsiteX15" fmla="*/ 1347640 w 1347640"/>
                  <a:gd name="connsiteY15" fmla="*/ 2459678 h 3100423"/>
                  <a:gd name="connsiteX16" fmla="*/ 673820 w 1347640"/>
                  <a:gd name="connsiteY16" fmla="*/ 3100424 h 3100423"/>
                  <a:gd name="connsiteX17" fmla="*/ 0 w 1347640"/>
                  <a:gd name="connsiteY17" fmla="*/ 3100424 h 3100423"/>
                  <a:gd name="connsiteX18" fmla="*/ 0 w 1347640"/>
                  <a:gd name="connsiteY18" fmla="*/ 0 h 3100423"/>
                  <a:gd name="connsiteX19" fmla="*/ 653159 w 1347640"/>
                  <a:gd name="connsiteY19" fmla="*/ 0 h 3100423"/>
                  <a:gd name="connsiteX20" fmla="*/ 1326980 w 1347640"/>
                  <a:gd name="connsiteY20" fmla="*/ 644913 h 3100423"/>
                  <a:gd name="connsiteX21" fmla="*/ 1326980 w 1347640"/>
                  <a:gd name="connsiteY21" fmla="*/ 1004567 h 3100423"/>
                  <a:gd name="connsiteX22" fmla="*/ 1128532 w 1347640"/>
                  <a:gd name="connsiteY22" fmla="*/ 1446951 h 3100423"/>
                  <a:gd name="connsiteX23" fmla="*/ 1347640 w 1347640"/>
                  <a:gd name="connsiteY23" fmla="*/ 1905830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47640" h="3100423">
                    <a:moveTo>
                      <a:pt x="830860" y="1860167"/>
                    </a:moveTo>
                    <a:cubicBezTo>
                      <a:pt x="830860" y="1756863"/>
                      <a:pt x="768877" y="1694881"/>
                      <a:pt x="673733" y="1694881"/>
                    </a:cubicBezTo>
                    <a:lnTo>
                      <a:pt x="512527" y="1694881"/>
                    </a:lnTo>
                    <a:lnTo>
                      <a:pt x="512527" y="2620798"/>
                    </a:lnTo>
                    <a:lnTo>
                      <a:pt x="673733" y="2620798"/>
                    </a:lnTo>
                    <a:cubicBezTo>
                      <a:pt x="768877" y="2620798"/>
                      <a:pt x="830860" y="2558815"/>
                      <a:pt x="830860" y="2455425"/>
                    </a:cubicBezTo>
                    <a:lnTo>
                      <a:pt x="830860" y="1860167"/>
                    </a:lnTo>
                    <a:close/>
                    <a:moveTo>
                      <a:pt x="512527" y="479452"/>
                    </a:moveTo>
                    <a:lnTo>
                      <a:pt x="512527" y="1215342"/>
                    </a:lnTo>
                    <a:lnTo>
                      <a:pt x="653073" y="1215342"/>
                    </a:lnTo>
                    <a:cubicBezTo>
                      <a:pt x="748217" y="1215342"/>
                      <a:pt x="810199" y="1153360"/>
                      <a:pt x="810199" y="1049968"/>
                    </a:cubicBezTo>
                    <a:lnTo>
                      <a:pt x="810199" y="644826"/>
                    </a:lnTo>
                    <a:cubicBezTo>
                      <a:pt x="810199" y="541522"/>
                      <a:pt x="748217" y="479452"/>
                      <a:pt x="653073" y="479452"/>
                    </a:cubicBezTo>
                    <a:lnTo>
                      <a:pt x="512527" y="479452"/>
                    </a:lnTo>
                    <a:close/>
                    <a:moveTo>
                      <a:pt x="1347640" y="1905743"/>
                    </a:moveTo>
                    <a:lnTo>
                      <a:pt x="1347640" y="2459678"/>
                    </a:lnTo>
                    <a:cubicBezTo>
                      <a:pt x="1347640" y="2831659"/>
                      <a:pt x="1074796" y="3100424"/>
                      <a:pt x="673820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53159" y="0"/>
                    </a:lnTo>
                    <a:cubicBezTo>
                      <a:pt x="1054135" y="0"/>
                      <a:pt x="1326980" y="268677"/>
                      <a:pt x="1326980" y="644913"/>
                    </a:cubicBezTo>
                    <a:lnTo>
                      <a:pt x="1326980" y="1004567"/>
                    </a:lnTo>
                    <a:cubicBezTo>
                      <a:pt x="1326980" y="1182354"/>
                      <a:pt x="1256663" y="1339394"/>
                      <a:pt x="1128532" y="1446951"/>
                    </a:cubicBezTo>
                    <a:cubicBezTo>
                      <a:pt x="1269077" y="1550255"/>
                      <a:pt x="1347640" y="1711549"/>
                      <a:pt x="1347640" y="1905830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B10E9077-5B01-3BC3-EEEA-094623A7FA35}"/>
                </a:ext>
              </a:extLst>
            </p:cNvPr>
            <p:cNvSpPr/>
            <p:nvPr/>
          </p:nvSpPr>
          <p:spPr>
            <a:xfrm>
              <a:off x="2285295" y="3719553"/>
              <a:ext cx="1430370" cy="3100423"/>
            </a:xfrm>
            <a:custGeom>
              <a:avLst/>
              <a:gdLst>
                <a:gd name="connsiteX0" fmla="*/ 971492 w 1430370"/>
                <a:gd name="connsiteY0" fmla="*/ 2062783 h 3100423"/>
                <a:gd name="connsiteX1" fmla="*/ 971492 w 1430370"/>
                <a:gd name="connsiteY1" fmla="*/ 3100424 h 3100423"/>
                <a:gd name="connsiteX2" fmla="*/ 458878 w 1430370"/>
                <a:gd name="connsiteY2" fmla="*/ 3100424 h 3100423"/>
                <a:gd name="connsiteX3" fmla="*/ 458878 w 1430370"/>
                <a:gd name="connsiteY3" fmla="*/ 2079363 h 3100423"/>
                <a:gd name="connsiteX4" fmla="*/ 0 w 1430370"/>
                <a:gd name="connsiteY4" fmla="*/ 0 h 3100423"/>
                <a:gd name="connsiteX5" fmla="*/ 525028 w 1430370"/>
                <a:gd name="connsiteY5" fmla="*/ 0 h 3100423"/>
                <a:gd name="connsiteX6" fmla="*/ 723476 w 1430370"/>
                <a:gd name="connsiteY6" fmla="*/ 1264910 h 3100423"/>
                <a:gd name="connsiteX7" fmla="*/ 917757 w 1430370"/>
                <a:gd name="connsiteY7" fmla="*/ 0 h 3100423"/>
                <a:gd name="connsiteX8" fmla="*/ 1430370 w 1430370"/>
                <a:gd name="connsiteY8" fmla="*/ 0 h 3100423"/>
                <a:gd name="connsiteX9" fmla="*/ 971492 w 1430370"/>
                <a:gd name="connsiteY9" fmla="*/ 2062783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0370" h="3100423">
                  <a:moveTo>
                    <a:pt x="971492" y="2062783"/>
                  </a:moveTo>
                  <a:lnTo>
                    <a:pt x="971492" y="3100424"/>
                  </a:lnTo>
                  <a:lnTo>
                    <a:pt x="458878" y="3100424"/>
                  </a:lnTo>
                  <a:lnTo>
                    <a:pt x="458878" y="2079363"/>
                  </a:lnTo>
                  <a:lnTo>
                    <a:pt x="0" y="0"/>
                  </a:lnTo>
                  <a:lnTo>
                    <a:pt x="525028" y="0"/>
                  </a:lnTo>
                  <a:lnTo>
                    <a:pt x="723476" y="1264910"/>
                  </a:lnTo>
                  <a:lnTo>
                    <a:pt x="917757" y="0"/>
                  </a:lnTo>
                  <a:lnTo>
                    <a:pt x="1430370" y="0"/>
                  </a:lnTo>
                  <a:lnTo>
                    <a:pt x="971492" y="206278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63D56C57-1EAC-C3F2-5693-04860AF775D7}"/>
                </a:ext>
              </a:extLst>
            </p:cNvPr>
            <p:cNvSpPr/>
            <p:nvPr/>
          </p:nvSpPr>
          <p:spPr>
            <a:xfrm>
              <a:off x="4240606" y="3719553"/>
              <a:ext cx="1252583" cy="3100423"/>
            </a:xfrm>
            <a:custGeom>
              <a:avLst/>
              <a:gdLst>
                <a:gd name="connsiteX0" fmla="*/ 1252583 w 1252583"/>
                <a:gd name="connsiteY0" fmla="*/ 479539 h 3100423"/>
                <a:gd name="connsiteX1" fmla="*/ 880515 w 1252583"/>
                <a:gd name="connsiteY1" fmla="*/ 479539 h 3100423"/>
                <a:gd name="connsiteX2" fmla="*/ 880515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3 w 1252583"/>
                <a:gd name="connsiteY7" fmla="*/ 0 h 3100423"/>
                <a:gd name="connsiteX8" fmla="*/ 1252583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3" y="479539"/>
                  </a:moveTo>
                  <a:lnTo>
                    <a:pt x="880515" y="479539"/>
                  </a:lnTo>
                  <a:lnTo>
                    <a:pt x="880515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3" y="0"/>
                  </a:lnTo>
                  <a:lnTo>
                    <a:pt x="1252583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2" name="Graphique 7">
              <a:extLst>
                <a:ext uri="{FF2B5EF4-FFF2-40B4-BE49-F238E27FC236}">
                  <a16:creationId xmlns:a16="http://schemas.microsoft.com/office/drawing/2014/main" id="{A3DA8161-3135-1E5C-3BEA-ECC952793A75}"/>
                </a:ext>
              </a:extLst>
            </p:cNvPr>
            <p:cNvGrpSpPr/>
            <p:nvPr/>
          </p:nvGrpSpPr>
          <p:grpSpPr>
            <a:xfrm>
              <a:off x="5629655" y="3678231"/>
              <a:ext cx="4299010" cy="3182980"/>
              <a:chOff x="5629655" y="3678231"/>
              <a:chExt cx="4299010" cy="3182980"/>
            </a:xfrm>
            <a:solidFill>
              <a:srgbClr val="FFFFFF"/>
            </a:solidFill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087F45F-E2C4-81AA-C870-28E47547511F}"/>
                  </a:ext>
                </a:extLst>
              </p:cNvPr>
              <p:cNvSpPr/>
              <p:nvPr/>
            </p:nvSpPr>
            <p:spPr>
              <a:xfrm>
                <a:off x="5629655" y="3719553"/>
                <a:ext cx="1388961" cy="3100423"/>
              </a:xfrm>
              <a:custGeom>
                <a:avLst/>
                <a:gdLst>
                  <a:gd name="connsiteX0" fmla="*/ 512527 w 1388961"/>
                  <a:gd name="connsiteY0" fmla="*/ 1504767 h 3100423"/>
                  <a:gd name="connsiteX1" fmla="*/ 628245 w 1388961"/>
                  <a:gd name="connsiteY1" fmla="*/ 1504767 h 3100423"/>
                  <a:gd name="connsiteX2" fmla="*/ 814279 w 1388961"/>
                  <a:gd name="connsiteY2" fmla="*/ 1260831 h 3100423"/>
                  <a:gd name="connsiteX3" fmla="*/ 814279 w 1388961"/>
                  <a:gd name="connsiteY3" fmla="*/ 719309 h 3100423"/>
                  <a:gd name="connsiteX4" fmla="*/ 628245 w 1388961"/>
                  <a:gd name="connsiteY4" fmla="*/ 479539 h 3100423"/>
                  <a:gd name="connsiteX5" fmla="*/ 512527 w 1388961"/>
                  <a:gd name="connsiteY5" fmla="*/ 479539 h 3100423"/>
                  <a:gd name="connsiteX6" fmla="*/ 512527 w 1388961"/>
                  <a:gd name="connsiteY6" fmla="*/ 1504767 h 3100423"/>
                  <a:gd name="connsiteX7" fmla="*/ 851520 w 1388961"/>
                  <a:gd name="connsiteY7" fmla="*/ 3100424 h 3100423"/>
                  <a:gd name="connsiteX8" fmla="*/ 669653 w 1388961"/>
                  <a:gd name="connsiteY8" fmla="*/ 1984306 h 3100423"/>
                  <a:gd name="connsiteX9" fmla="*/ 512614 w 1388961"/>
                  <a:gd name="connsiteY9" fmla="*/ 1984306 h 3100423"/>
                  <a:gd name="connsiteX10" fmla="*/ 512614 w 1388961"/>
                  <a:gd name="connsiteY10" fmla="*/ 3100424 h 3100423"/>
                  <a:gd name="connsiteX11" fmla="*/ 0 w 1388961"/>
                  <a:gd name="connsiteY11" fmla="*/ 3100424 h 3100423"/>
                  <a:gd name="connsiteX12" fmla="*/ 0 w 1388961"/>
                  <a:gd name="connsiteY12" fmla="*/ 0 h 3100423"/>
                  <a:gd name="connsiteX13" fmla="*/ 628331 w 1388961"/>
                  <a:gd name="connsiteY13" fmla="*/ 0 h 3100423"/>
                  <a:gd name="connsiteX14" fmla="*/ 1331059 w 1388961"/>
                  <a:gd name="connsiteY14" fmla="*/ 727556 h 3100423"/>
                  <a:gd name="connsiteX15" fmla="*/ 1331059 w 1388961"/>
                  <a:gd name="connsiteY15" fmla="*/ 1256663 h 3100423"/>
                  <a:gd name="connsiteX16" fmla="*/ 1145025 w 1388961"/>
                  <a:gd name="connsiteY16" fmla="*/ 1789938 h 3100423"/>
                  <a:gd name="connsiteX17" fmla="*/ 1388962 w 1388961"/>
                  <a:gd name="connsiteY17" fmla="*/ 3100337 h 3100423"/>
                  <a:gd name="connsiteX18" fmla="*/ 851520 w 1388961"/>
                  <a:gd name="connsiteY18" fmla="*/ 3100337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8961" h="3100423">
                    <a:moveTo>
                      <a:pt x="512527" y="1504767"/>
                    </a:moveTo>
                    <a:lnTo>
                      <a:pt x="628245" y="1504767"/>
                    </a:lnTo>
                    <a:cubicBezTo>
                      <a:pt x="756376" y="1504767"/>
                      <a:pt x="814279" y="1446865"/>
                      <a:pt x="814279" y="1260831"/>
                    </a:cubicBezTo>
                    <a:lnTo>
                      <a:pt x="814279" y="719309"/>
                    </a:lnTo>
                    <a:cubicBezTo>
                      <a:pt x="814279" y="541608"/>
                      <a:pt x="756463" y="479539"/>
                      <a:pt x="628245" y="479539"/>
                    </a:cubicBezTo>
                    <a:lnTo>
                      <a:pt x="512527" y="479539"/>
                    </a:lnTo>
                    <a:lnTo>
                      <a:pt x="512527" y="1504767"/>
                    </a:lnTo>
                    <a:close/>
                    <a:moveTo>
                      <a:pt x="851520" y="3100424"/>
                    </a:moveTo>
                    <a:lnTo>
                      <a:pt x="669653" y="1984306"/>
                    </a:lnTo>
                    <a:lnTo>
                      <a:pt x="512614" y="1984306"/>
                    </a:lnTo>
                    <a:lnTo>
                      <a:pt x="512614" y="3100424"/>
                    </a:lnTo>
                    <a:lnTo>
                      <a:pt x="0" y="3100424"/>
                    </a:lnTo>
                    <a:lnTo>
                      <a:pt x="0" y="0"/>
                    </a:lnTo>
                    <a:lnTo>
                      <a:pt x="628331" y="0"/>
                    </a:lnTo>
                    <a:cubicBezTo>
                      <a:pt x="1062382" y="0"/>
                      <a:pt x="1331059" y="268764"/>
                      <a:pt x="1331059" y="727556"/>
                    </a:cubicBezTo>
                    <a:lnTo>
                      <a:pt x="1331059" y="1256663"/>
                    </a:lnTo>
                    <a:cubicBezTo>
                      <a:pt x="1331059" y="1484019"/>
                      <a:pt x="1264910" y="1665973"/>
                      <a:pt x="1145025" y="1789938"/>
                    </a:cubicBezTo>
                    <a:lnTo>
                      <a:pt x="1388962" y="3100337"/>
                    </a:lnTo>
                    <a:lnTo>
                      <a:pt x="851520" y="310033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A33E4D8B-277D-DC89-A8CC-DC130076DF5C}"/>
                  </a:ext>
                </a:extLst>
              </p:cNvPr>
              <p:cNvSpPr/>
              <p:nvPr/>
            </p:nvSpPr>
            <p:spPr>
              <a:xfrm>
                <a:off x="7130168" y="3719553"/>
                <a:ext cx="1343560" cy="3137664"/>
              </a:xfrm>
              <a:custGeom>
                <a:avLst/>
                <a:gdLst>
                  <a:gd name="connsiteX0" fmla="*/ 1343474 w 1343560"/>
                  <a:gd name="connsiteY0" fmla="*/ 0 h 3137664"/>
                  <a:gd name="connsiteX1" fmla="*/ 1343474 w 1343560"/>
                  <a:gd name="connsiteY1" fmla="*/ 2492753 h 3137664"/>
                  <a:gd name="connsiteX2" fmla="*/ 673820 w 1343560"/>
                  <a:gd name="connsiteY2" fmla="*/ 3137665 h 3137664"/>
                  <a:gd name="connsiteX3" fmla="*/ 0 w 1343560"/>
                  <a:gd name="connsiteY3" fmla="*/ 2492753 h 3137664"/>
                  <a:gd name="connsiteX4" fmla="*/ 0 w 1343560"/>
                  <a:gd name="connsiteY4" fmla="*/ 0 h 3137664"/>
                  <a:gd name="connsiteX5" fmla="*/ 516694 w 1343560"/>
                  <a:gd name="connsiteY5" fmla="*/ 0 h 3137664"/>
                  <a:gd name="connsiteX6" fmla="*/ 516694 w 1343560"/>
                  <a:gd name="connsiteY6" fmla="*/ 2492753 h 3137664"/>
                  <a:gd name="connsiteX7" fmla="*/ 673820 w 1343560"/>
                  <a:gd name="connsiteY7" fmla="*/ 2658126 h 3137664"/>
                  <a:gd name="connsiteX8" fmla="*/ 826780 w 1343560"/>
                  <a:gd name="connsiteY8" fmla="*/ 2492753 h 3137664"/>
                  <a:gd name="connsiteX9" fmla="*/ 826780 w 1343560"/>
                  <a:gd name="connsiteY9" fmla="*/ 0 h 3137664"/>
                  <a:gd name="connsiteX10" fmla="*/ 1343561 w 1343560"/>
                  <a:gd name="connsiteY10" fmla="*/ 0 h 313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3560" h="3137664">
                    <a:moveTo>
                      <a:pt x="1343474" y="0"/>
                    </a:moveTo>
                    <a:lnTo>
                      <a:pt x="1343474" y="2492753"/>
                    </a:lnTo>
                    <a:cubicBezTo>
                      <a:pt x="1343474" y="2868901"/>
                      <a:pt x="1070629" y="3137665"/>
                      <a:pt x="673820" y="3137665"/>
                    </a:cubicBezTo>
                    <a:cubicBezTo>
                      <a:pt x="277011" y="3137665"/>
                      <a:pt x="0" y="2868901"/>
                      <a:pt x="0" y="2492753"/>
                    </a:cubicBezTo>
                    <a:lnTo>
                      <a:pt x="0" y="0"/>
                    </a:lnTo>
                    <a:lnTo>
                      <a:pt x="516694" y="0"/>
                    </a:lnTo>
                    <a:lnTo>
                      <a:pt x="516694" y="2492753"/>
                    </a:lnTo>
                    <a:cubicBezTo>
                      <a:pt x="516694" y="2596057"/>
                      <a:pt x="578676" y="2658126"/>
                      <a:pt x="673820" y="2658126"/>
                    </a:cubicBezTo>
                    <a:cubicBezTo>
                      <a:pt x="768964" y="2658126"/>
                      <a:pt x="826780" y="2596057"/>
                      <a:pt x="826780" y="2492753"/>
                    </a:cubicBezTo>
                    <a:lnTo>
                      <a:pt x="826780" y="0"/>
                    </a:lnTo>
                    <a:lnTo>
                      <a:pt x="1343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F14F64B9-ED9F-D3B8-B477-AE5E557B8767}"/>
                  </a:ext>
                </a:extLst>
              </p:cNvPr>
              <p:cNvSpPr/>
              <p:nvPr/>
            </p:nvSpPr>
            <p:spPr>
              <a:xfrm>
                <a:off x="8634761" y="3678231"/>
                <a:ext cx="1293904" cy="3182980"/>
              </a:xfrm>
              <a:custGeom>
                <a:avLst/>
                <a:gdLst>
                  <a:gd name="connsiteX0" fmla="*/ 777211 w 1293904"/>
                  <a:gd name="connsiteY0" fmla="*/ 1033475 h 3182980"/>
                  <a:gd name="connsiteX1" fmla="*/ 777211 w 1293904"/>
                  <a:gd name="connsiteY1" fmla="*/ 624165 h 3182980"/>
                  <a:gd name="connsiteX2" fmla="*/ 644912 w 1293904"/>
                  <a:gd name="connsiteY2" fmla="*/ 479452 h 3182980"/>
                  <a:gd name="connsiteX3" fmla="*/ 512614 w 1293904"/>
                  <a:gd name="connsiteY3" fmla="*/ 624165 h 3182980"/>
                  <a:gd name="connsiteX4" fmla="*/ 512614 w 1293904"/>
                  <a:gd name="connsiteY4" fmla="*/ 872181 h 3182980"/>
                  <a:gd name="connsiteX5" fmla="*/ 835027 w 1293904"/>
                  <a:gd name="connsiteY5" fmla="*/ 1339307 h 3182980"/>
                  <a:gd name="connsiteX6" fmla="*/ 1293905 w 1293904"/>
                  <a:gd name="connsiteY6" fmla="*/ 2104017 h 3182980"/>
                  <a:gd name="connsiteX7" fmla="*/ 1293905 w 1293904"/>
                  <a:gd name="connsiteY7" fmla="*/ 2542235 h 3182980"/>
                  <a:gd name="connsiteX8" fmla="*/ 644912 w 1293904"/>
                  <a:gd name="connsiteY8" fmla="*/ 3182980 h 3182980"/>
                  <a:gd name="connsiteX9" fmla="*/ 0 w 1293904"/>
                  <a:gd name="connsiteY9" fmla="*/ 2542235 h 3182980"/>
                  <a:gd name="connsiteX10" fmla="*/ 0 w 1293904"/>
                  <a:gd name="connsiteY10" fmla="*/ 2149506 h 3182980"/>
                  <a:gd name="connsiteX11" fmla="*/ 508534 w 1293904"/>
                  <a:gd name="connsiteY11" fmla="*/ 2149506 h 3182980"/>
                  <a:gd name="connsiteX12" fmla="*/ 508534 w 1293904"/>
                  <a:gd name="connsiteY12" fmla="*/ 2554649 h 3182980"/>
                  <a:gd name="connsiteX13" fmla="*/ 644912 w 1293904"/>
                  <a:gd name="connsiteY13" fmla="*/ 2703441 h 3182980"/>
                  <a:gd name="connsiteX14" fmla="*/ 781291 w 1293904"/>
                  <a:gd name="connsiteY14" fmla="*/ 2554649 h 3182980"/>
                  <a:gd name="connsiteX15" fmla="*/ 781291 w 1293904"/>
                  <a:gd name="connsiteY15" fmla="*/ 2219822 h 3182980"/>
                  <a:gd name="connsiteX16" fmla="*/ 458878 w 1293904"/>
                  <a:gd name="connsiteY16" fmla="*/ 1711375 h 3182980"/>
                  <a:gd name="connsiteX17" fmla="*/ 4167 w 1293904"/>
                  <a:gd name="connsiteY17" fmla="*/ 946578 h 3182980"/>
                  <a:gd name="connsiteX18" fmla="*/ 4167 w 1293904"/>
                  <a:gd name="connsiteY18" fmla="*/ 644826 h 3182980"/>
                  <a:gd name="connsiteX19" fmla="*/ 644912 w 1293904"/>
                  <a:gd name="connsiteY19" fmla="*/ 0 h 3182980"/>
                  <a:gd name="connsiteX20" fmla="*/ 1289825 w 1293904"/>
                  <a:gd name="connsiteY20" fmla="*/ 644826 h 3182980"/>
                  <a:gd name="connsiteX21" fmla="*/ 1289825 w 1293904"/>
                  <a:gd name="connsiteY21" fmla="*/ 1033475 h 3182980"/>
                  <a:gd name="connsiteX22" fmla="*/ 777211 w 1293904"/>
                  <a:gd name="connsiteY22" fmla="*/ 1033475 h 318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3904" h="3182980">
                    <a:moveTo>
                      <a:pt x="777211" y="1033475"/>
                    </a:moveTo>
                    <a:lnTo>
                      <a:pt x="777211" y="624165"/>
                    </a:lnTo>
                    <a:cubicBezTo>
                      <a:pt x="777211" y="533188"/>
                      <a:pt x="723475" y="479452"/>
                      <a:pt x="644912" y="479452"/>
                    </a:cubicBezTo>
                    <a:cubicBezTo>
                      <a:pt x="570516" y="479452"/>
                      <a:pt x="512614" y="533188"/>
                      <a:pt x="512614" y="624165"/>
                    </a:cubicBezTo>
                    <a:lnTo>
                      <a:pt x="512614" y="872181"/>
                    </a:lnTo>
                    <a:cubicBezTo>
                      <a:pt x="512614" y="1062383"/>
                      <a:pt x="545688" y="1107784"/>
                      <a:pt x="835027" y="1339307"/>
                    </a:cubicBezTo>
                    <a:cubicBezTo>
                      <a:pt x="1219509" y="1645225"/>
                      <a:pt x="1293905" y="1835340"/>
                      <a:pt x="1293905" y="2104017"/>
                    </a:cubicBezTo>
                    <a:lnTo>
                      <a:pt x="1293905" y="2542235"/>
                    </a:lnTo>
                    <a:cubicBezTo>
                      <a:pt x="1293905" y="2955625"/>
                      <a:pt x="1029308" y="3182980"/>
                      <a:pt x="644912" y="3182980"/>
                    </a:cubicBezTo>
                    <a:cubicBezTo>
                      <a:pt x="260517" y="3182980"/>
                      <a:pt x="0" y="2955625"/>
                      <a:pt x="0" y="2542235"/>
                    </a:cubicBezTo>
                    <a:lnTo>
                      <a:pt x="0" y="2149506"/>
                    </a:lnTo>
                    <a:lnTo>
                      <a:pt x="508534" y="2149506"/>
                    </a:lnTo>
                    <a:lnTo>
                      <a:pt x="508534" y="2554649"/>
                    </a:lnTo>
                    <a:cubicBezTo>
                      <a:pt x="508534" y="2649706"/>
                      <a:pt x="570516" y="2703441"/>
                      <a:pt x="644912" y="2703441"/>
                    </a:cubicBezTo>
                    <a:cubicBezTo>
                      <a:pt x="723475" y="2703441"/>
                      <a:pt x="781291" y="2649706"/>
                      <a:pt x="781291" y="2554649"/>
                    </a:cubicBezTo>
                    <a:lnTo>
                      <a:pt x="781291" y="2219822"/>
                    </a:lnTo>
                    <a:cubicBezTo>
                      <a:pt x="781291" y="1971805"/>
                      <a:pt x="719309" y="1926317"/>
                      <a:pt x="458878" y="1711375"/>
                    </a:cubicBezTo>
                    <a:cubicBezTo>
                      <a:pt x="70316" y="1388962"/>
                      <a:pt x="4167" y="1231836"/>
                      <a:pt x="4167" y="946578"/>
                    </a:cubicBezTo>
                    <a:lnTo>
                      <a:pt x="4167" y="644826"/>
                    </a:lnTo>
                    <a:cubicBezTo>
                      <a:pt x="4167" y="252097"/>
                      <a:pt x="264597" y="0"/>
                      <a:pt x="644912" y="0"/>
                    </a:cubicBezTo>
                    <a:cubicBezTo>
                      <a:pt x="1025227" y="0"/>
                      <a:pt x="1289825" y="252184"/>
                      <a:pt x="1289825" y="644826"/>
                    </a:cubicBezTo>
                    <a:lnTo>
                      <a:pt x="1289825" y="1033475"/>
                    </a:lnTo>
                    <a:lnTo>
                      <a:pt x="777211" y="103347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8F6F4775-2EC2-9DAA-7A99-600AABE53602}"/>
                </a:ext>
              </a:extLst>
            </p:cNvPr>
            <p:cNvSpPr/>
            <p:nvPr/>
          </p:nvSpPr>
          <p:spPr>
            <a:xfrm>
              <a:off x="10023810" y="3719553"/>
              <a:ext cx="1252583" cy="3100423"/>
            </a:xfrm>
            <a:custGeom>
              <a:avLst/>
              <a:gdLst>
                <a:gd name="connsiteX0" fmla="*/ 1252584 w 1252583"/>
                <a:gd name="connsiteY0" fmla="*/ 479539 h 3100423"/>
                <a:gd name="connsiteX1" fmla="*/ 880516 w 1252583"/>
                <a:gd name="connsiteY1" fmla="*/ 479539 h 3100423"/>
                <a:gd name="connsiteX2" fmla="*/ 880516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4 w 1252583"/>
                <a:gd name="connsiteY7" fmla="*/ 0 h 3100423"/>
                <a:gd name="connsiteX8" fmla="*/ 1252584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4" y="479539"/>
                  </a:moveTo>
                  <a:lnTo>
                    <a:pt x="880516" y="479539"/>
                  </a:lnTo>
                  <a:lnTo>
                    <a:pt x="880516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4" y="0"/>
                  </a:lnTo>
                  <a:lnTo>
                    <a:pt x="1252584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5977170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AB532F-93AC-63D5-0B80-EA4ACBEF0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DE9194-3A97-B7C3-4712-C07FFF881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1E50D1-49DA-055C-9EC4-0A5B3822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981549-4727-1D61-7079-A67FA947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AE78F1-5269-3242-4031-40DCD06C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379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356365"/>
            <a:ext cx="11425765" cy="418533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066"/>
              </a:spcBef>
              <a:defRPr sz="2133" b="1">
                <a:solidFill>
                  <a:schemeClr val="accent1"/>
                </a:solidFill>
              </a:defRPr>
            </a:lvl1pPr>
            <a:lvl2pPr marL="474161" indent="-228526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866">
                <a:solidFill>
                  <a:schemeClr val="tx2"/>
                </a:solidFill>
              </a:defRPr>
            </a:lvl2pPr>
            <a:lvl3pPr marL="710969" indent="-228526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9">
                <a:solidFill>
                  <a:schemeClr val="tx2"/>
                </a:solidFill>
              </a:defRPr>
            </a:lvl3pPr>
            <a:lvl4pPr marL="952190" indent="-22852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9">
                <a:solidFill>
                  <a:schemeClr val="tx2"/>
                </a:solidFill>
                <a:latin typeface="+mn-lt"/>
              </a:defRPr>
            </a:lvl4pPr>
            <a:lvl5pPr marL="1193412" indent="-22852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9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DE2A36-88EC-4A13-9346-E7A65DB24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1895"/>
            <a:ext cx="8944271" cy="2563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Séminaire Jalons Projets R&amp;T / 13 Septembre 2024</a:t>
            </a:r>
          </a:p>
        </p:txBody>
      </p:sp>
    </p:spTree>
    <p:extLst>
      <p:ext uri="{BB962C8B-B14F-4D97-AF65-F5344CB8AC3E}">
        <p14:creationId xmlns:p14="http://schemas.microsoft.com/office/powerpoint/2010/main" val="37962254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55831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87429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677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8322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9836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791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5735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317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5735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492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35195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333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98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8626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3082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6135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0546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8525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762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7110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76931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9044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0992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7277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8002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0162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9886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5688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9654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8158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7020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715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714" r:id="rId18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2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0842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3516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142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8C56-39C5-A727-754B-D2F9CABCA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6B043F5-F438-C3CC-795C-9F986206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Garants de fabricabilité – 5 personnes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A936D8DA-5857-E4E5-36BD-0F5E25955479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AC4F2476-3C34-B80E-6033-740F4B6882AE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9FC2874-CF8F-9C5E-D727-0C2784EF9E4B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A49773-4F56-FBFE-3DB1-6AE2D429DDE9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964C36-E943-2468-67A4-A8E61EDA56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95EECA4-DF15-6279-FD3F-113972E96870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8C317DD3-9857-626B-DC9C-CDBB9EB53FC2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C5CBDED3-557B-B017-925A-997A3122F236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188CAC9F-07A8-4741-504B-CA4A14CB188B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89506B1D-6C36-9006-E4ED-0ED318FD7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93044"/>
              </p:ext>
            </p:extLst>
          </p:nvPr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B8416501-299A-623A-2538-3E952578A270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96FFB65-813C-E2A3-17C4-B9F540D053D1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B2E2055-E99F-A9BE-B211-DA46217401A0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F426803-C733-82DD-7AA6-F1DC9325F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423B1B85-E297-0272-4746-DF2D97962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33B415B7-F7CF-CD64-6175-2E2A0CDD2927}"/>
              </a:ext>
            </a:extLst>
          </p:cNvPr>
          <p:cNvSpPr/>
          <p:nvPr/>
        </p:nvSpPr>
        <p:spPr>
          <a:xfrm>
            <a:off x="1975280" y="2231178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B63CC62-9682-9012-6002-8BE4BF7F8CC2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4063353-AE99-ACC9-B2CF-DEE410A4FD46}"/>
              </a:ext>
            </a:extLst>
          </p:cNvPr>
          <p:cNvSpPr/>
          <p:nvPr/>
        </p:nvSpPr>
        <p:spPr>
          <a:xfrm>
            <a:off x="1975280" y="325236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0DE744F-9935-1634-7B34-B2A5832D8A1C}"/>
              </a:ext>
            </a:extLst>
          </p:cNvPr>
          <p:cNvSpPr/>
          <p:nvPr/>
        </p:nvSpPr>
        <p:spPr>
          <a:xfrm>
            <a:off x="2305480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86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B515C-2C88-8576-023C-13486A12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0BC44379-09F4-24C3-5B6F-19FC3D42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 – 1 personne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23149C84-C232-6792-C894-636259CA224A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195700DF-116B-A92F-B63E-5DDAC5EBE8EC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8A7C4F3-EF65-E2D6-BAF3-3EC54BBD4966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FF9A600-358C-D7FA-DEC8-4AF4971FC1EC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4092AF-96CB-1E9D-314E-21E23B47B1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9E5C567C-CA7A-6232-2567-A60F3D76C7B1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C2B23048-215D-71C5-BC06-0C43054CAE07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33F4B0BD-7DF8-6AC4-30DD-6EE47A32774C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C5396967-718E-BB20-A918-9389C3B9E323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4C563B32-BE56-ACD3-A205-6B0BD8F07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104523"/>
              </p:ext>
            </p:extLst>
          </p:nvPr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A06E9C71-5FB1-ECD7-A0BD-B171BF736989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753BF18-0013-D9AE-675D-69EAC2A1A17B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E43E6BF-9835-AECF-5E03-828E35AAF94C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3F16D1A-3014-5C1E-08D9-E36DBAAA9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0E79F5FB-8945-CC54-714F-E0255FC02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752B728D-1B5C-8436-A73C-C3F157A0B339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25A138F-D45B-DB43-AAB9-CB927A3914C2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3CE422F-458F-74F6-59B7-379FAC35CE72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31C9648-A184-5C29-1277-9A816FA1D102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22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3FC5-151C-D696-34C2-D5706766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0B28600-9B0A-D083-B2E2-53C6068F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>
                <a:cs typeface="Arial"/>
              </a:rPr>
              <a:t>Pilotes d'indus – 15 personnes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5EE6BA7C-8F47-969B-83C9-07422D18DECE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42B7A72E-678B-519A-6CF1-E0CE295E4ADC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8B54C08-52CE-3831-899C-DE4CE27295BC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112B5D-C26E-7EE6-344E-9817E2B4C56F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B8DCB3-6D20-1762-F89B-07FF13791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1DB8933-3262-D94C-D1FB-352DFFC623B6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6A45902F-75F8-5394-F2BB-0CB8A297DD8E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15105C12-F263-0AAC-C369-EDEBD451A8E4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B37A8516-BC92-ABF4-07D9-EE3CEC1FC645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A63122BC-D5BB-955B-4A1B-DE8EB22C7154}"/>
              </a:ext>
            </a:extLst>
          </p:cNvPr>
          <p:cNvGraphicFramePr>
            <a:graphicFrameLocks noGrp="1"/>
          </p:cNvGraphicFramePr>
          <p:nvPr/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64D67AC6-4AE1-8A86-166C-88BA7BCBD6F5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7E6DFEC-4A42-74A2-8DD7-AE690521DDC9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87B0680-1A84-882A-4FC9-92F82B671413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80841AA-3553-6664-1B92-F4A25617E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1A736067-58AF-26F3-3B56-B4E3BED2B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AFF84D9A-BD93-0F6F-CFDE-7AA7750FCE9D}"/>
              </a:ext>
            </a:extLst>
          </p:cNvPr>
          <p:cNvSpPr/>
          <p:nvPr/>
        </p:nvSpPr>
        <p:spPr>
          <a:xfrm>
            <a:off x="1975280" y="2558224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79E8C33-1A4F-1DC7-7648-23D6E750BDAC}"/>
              </a:ext>
            </a:extLst>
          </p:cNvPr>
          <p:cNvSpPr/>
          <p:nvPr/>
        </p:nvSpPr>
        <p:spPr>
          <a:xfrm>
            <a:off x="902426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3EC28EC-D05F-6681-D028-B7113B983D55}"/>
              </a:ext>
            </a:extLst>
          </p:cNvPr>
          <p:cNvSpPr/>
          <p:nvPr/>
        </p:nvSpPr>
        <p:spPr>
          <a:xfrm>
            <a:off x="1975280" y="395791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124FB6F-DFC8-CEDB-380F-FDDEBC6DB21B}"/>
              </a:ext>
            </a:extLst>
          </p:cNvPr>
          <p:cNvSpPr/>
          <p:nvPr/>
        </p:nvSpPr>
        <p:spPr>
          <a:xfrm>
            <a:off x="337792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23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31E8-6042-F911-848F-9249A808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A1E857C2-D34B-50F7-E67E-FE61F808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57B806D4-BB26-485D-3629-32490546971D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F5E4D9DE-34F2-80EE-E5DB-5E31FDB799B2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FB83B5B-C0B6-0640-8631-9D39F632B72A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FC0BB74-90FE-8A0F-F433-18BA6EA8B36C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3DAE95-9DEA-6D07-26B5-A14C8E492B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E80C6E27-7607-A93B-333A-4161A29E10FD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8228F65A-9D02-C04E-162D-3E5690CA7704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39693BEE-5306-3B0D-B108-65F67B967A54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D161892F-D4D6-4983-92B8-5781768F6047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5331C226-F809-062F-E604-E42C52C8E321}"/>
              </a:ext>
            </a:extLst>
          </p:cNvPr>
          <p:cNvGraphicFramePr>
            <a:graphicFrameLocks noGrp="1"/>
          </p:cNvGraphicFramePr>
          <p:nvPr/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1B02FB52-EB79-DDE2-4BE8-0CF86E04F40D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B6CEF69-E8CE-8358-238D-07A11E7BE4B0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33B3689-D53C-57E7-FCC7-3859F42DC562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5421682-5A1B-8DBC-B267-E38AD902A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8F1FB067-1325-B169-ACD7-208608808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D7B9F749-2B21-7250-3C60-5B01E22AB67C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8AE5643-736B-BEDD-FFDC-8B35F662B479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17B39C6-4392-AE5C-7F49-1BAD60153BD3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93FD59E-5B28-9E01-04D1-9D27AB916CCF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88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6679-4780-B12E-AEBB-A58322BD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495075-FF1B-5465-4463-22434DE6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Garants de fabricabilité – 5 personnes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3118E6D4-2F16-A7F1-8100-A4808794CD40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36240FC1-9F21-95EA-A16D-860EBA62B134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F5D1291-6E15-DA30-C136-DCCA2A4AB5CC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3E7CF0B-0081-1C78-4840-441921367CAE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E8D535-F9EF-1E6D-3286-DE81231A0C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D593B2C-63E1-77B9-DB3F-EB19EDF1FAE0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B2F5CE4A-778F-2F29-743D-A66AF2AE14D3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9828800E-2627-B3D3-5D9B-474AD394C606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82B4575E-3E2C-8F42-1854-D1564342452D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507B57C0-E845-B130-2110-8BD4B043BE0B}"/>
              </a:ext>
            </a:extLst>
          </p:cNvPr>
          <p:cNvGraphicFramePr>
            <a:graphicFrameLocks noGrp="1"/>
          </p:cNvGraphicFramePr>
          <p:nvPr/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1CF24A60-4E56-16EB-E3B5-E6B356AC98E7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D4AB7EE-C064-5C7D-8914-A1E0B173E5C1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4F5481A6-7509-A87C-DA6C-A613E7BD7DB8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71E6922-D401-8E86-2D2A-22979B77B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134B8290-CC0A-3AE5-C76C-9B36D7B71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713BE5DB-C9E3-5DEF-0A0A-94CD975AE027}"/>
              </a:ext>
            </a:extLst>
          </p:cNvPr>
          <p:cNvSpPr/>
          <p:nvPr/>
        </p:nvSpPr>
        <p:spPr>
          <a:xfrm>
            <a:off x="1975280" y="2231178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9A20DFE-7F57-7865-9BB7-E736F0475E5A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4A4A3BF-15A5-9708-BAF4-DBFFCC1BA0C3}"/>
              </a:ext>
            </a:extLst>
          </p:cNvPr>
          <p:cNvSpPr/>
          <p:nvPr/>
        </p:nvSpPr>
        <p:spPr>
          <a:xfrm>
            <a:off x="1975280" y="325236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13BD80-C82C-C8D0-DA21-D6FCA19C995D}"/>
              </a:ext>
            </a:extLst>
          </p:cNvPr>
          <p:cNvSpPr/>
          <p:nvPr/>
        </p:nvSpPr>
        <p:spPr>
          <a:xfrm>
            <a:off x="2305480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81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9DE8-4D35-F332-EDD6-4B904B6D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80488FD2-928D-5539-FC9C-AC92E903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67BF90CF-E357-70CE-246B-838A179F5A38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4221426E-6D47-1ED8-5D44-C46F5872D32F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ABC5BD9-ADB0-C31E-EB04-370A87A94284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9A6409-E48C-DFF7-D73F-B6D6495E5F38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292FA2-5DEE-400F-F2CD-9F895F0DB6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E368B189-72AB-16FC-BA6A-34C9CA209853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F69120E1-1FF6-568A-9B72-45B10DB16213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039A015B-32FE-A845-9925-33D51CD62A65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7DE349A8-B413-319B-FC39-906C2AFCFF92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F03B914B-985B-E627-9EF3-7ACE403372EA}"/>
              </a:ext>
            </a:extLst>
          </p:cNvPr>
          <p:cNvGraphicFramePr>
            <a:graphicFrameLocks noGrp="1"/>
          </p:cNvGraphicFramePr>
          <p:nvPr/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6302DD0C-4BA8-DCF2-62DA-23E243C428F9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60C2410-85FA-22FB-5F1A-2C3420803861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E500673-FEFC-B963-8913-D99A93C06FB4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FCA4EBB-C5DB-18F5-69F1-9C00025F8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43481A47-9669-1409-F049-5CD8803AC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AAB6EB3E-4C57-9EAB-A864-33508733C79E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8B533BC-5F30-3AB0-B505-FB5FAC9A3A5B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11F1128-9679-8E76-5C5C-4DF18A32D1F7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8CE7B4A-DF63-1E33-4424-573215B61128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31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2735-362E-346D-10D5-7E49AD08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DC908-B583-63E2-F894-EB049664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Garants de fabricabilité – 5 personnes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1E8D92CE-8BA5-ACC2-ABA8-724EE78F49C7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4935BE8D-C606-A221-F393-7BB7ED059CFC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FBDC0A6-AD66-5E74-D8EF-BE2A64217063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F3B7F23-2146-4B00-49D4-DBF805BEAD6D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0D795F-5ED5-8BFB-BA18-28153EB50A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69E605E-AEC1-D23B-128D-9D34D31040C5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F682CFC7-51EE-F454-2850-3D271F2E9E8D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5FF69688-C61C-C07C-9236-A4FD7BA21EFE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FB7EFF8C-D268-7EA6-EF5D-09D795726821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3232C6AE-B549-8CE0-7818-2843DF33C9F0}"/>
              </a:ext>
            </a:extLst>
          </p:cNvPr>
          <p:cNvGraphicFramePr>
            <a:graphicFrameLocks noGrp="1"/>
          </p:cNvGraphicFramePr>
          <p:nvPr/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5F15A3D4-C54E-CED8-4D36-828BD938678F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731745B-E667-9306-D8FA-61D23C3EC675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18856BC-C3DF-26AC-D037-526C0D3098D7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3C9A115-AF7F-4EED-9314-ABC8B78AD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71051BA0-9BAC-28B7-A094-070BD1371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EE5C1DB8-C2CA-7E3A-3C72-BDC6FB25B5B9}"/>
              </a:ext>
            </a:extLst>
          </p:cNvPr>
          <p:cNvSpPr/>
          <p:nvPr/>
        </p:nvSpPr>
        <p:spPr>
          <a:xfrm>
            <a:off x="1975280" y="155882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5C86FA7-4FB6-6388-D24A-FB9BE5EE25DC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A19363C-DF11-6654-AE44-F3AE64F8F029}"/>
              </a:ext>
            </a:extLst>
          </p:cNvPr>
          <p:cNvSpPr/>
          <p:nvPr/>
        </p:nvSpPr>
        <p:spPr>
          <a:xfrm>
            <a:off x="1975280" y="325236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2958954-746A-7E82-83E9-5418A04AE07B}"/>
              </a:ext>
            </a:extLst>
          </p:cNvPr>
          <p:cNvSpPr/>
          <p:nvPr/>
        </p:nvSpPr>
        <p:spPr>
          <a:xfrm>
            <a:off x="2305480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151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6A3F-A74E-51CF-5ECA-16A3A58AA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7553F9E7-466F-32B0-FB73-12A27202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712615ED-B501-D1E8-8052-98BA33D60EA3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2C75FB61-47FC-F1D1-A99F-B446AF32FD9E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A615CDF-8B61-9FD3-38D6-ADF5BB84E9C3}"/>
              </a:ext>
            </a:extLst>
          </p:cNvPr>
          <p:cNvSpPr/>
          <p:nvPr/>
        </p:nvSpPr>
        <p:spPr>
          <a:xfrm>
            <a:off x="514780" y="12633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65374-9C49-3EFA-0367-C9040B92ABB3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D34B7DB-F468-5C94-1382-06BB83322B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F4EC2C1-70BD-8EA5-A29F-E9B86A4FEBCC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2B5C620D-41E7-D21E-1D4F-A36B1AEFB94D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0B87B54B-7FED-225F-E379-5EBC80648E52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03033FEB-9022-4D0F-55C0-D83CCFC18B8F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RESSORTS_CHANGE">
            <a:extLst>
              <a:ext uri="{FF2B5EF4-FFF2-40B4-BE49-F238E27FC236}">
                <a16:creationId xmlns:a16="http://schemas.microsoft.com/office/drawing/2014/main" id="{459DEC21-480C-BA5A-B96B-58FBE08E9214}"/>
              </a:ext>
            </a:extLst>
          </p:cNvPr>
          <p:cNvGraphicFramePr>
            <a:graphicFrameLocks noGrp="1"/>
          </p:cNvGraphicFramePr>
          <p:nvPr/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37B72D64-72A7-BC3A-C645-720B54DC01E6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32F3EF8-7CAD-9DBB-DE0F-80B0094A298A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8CE1CC0-EAAE-3FB2-1BFE-02E87166558F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9B692C8-6737-77C1-A75E-41B51B5BB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D457DACB-E18F-F2EA-ABA2-C68260572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180DFAE0-5332-DBE0-F7A4-EBF5C1803974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09E8B37-2BE5-18B1-552A-E5AC5952FB52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B6679F6-7FC0-9508-DFBC-F7F644F9E0C2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7E52148-C06B-BE0B-B829-CBCB60BD8377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82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SAE_2025">
  <a:themeElements>
    <a:clrScheme name="Personnalisé 35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E_2025" id="{2E586107-1840-42B1-926A-841B0A745157}" vid="{29929A11-B0CA-44AD-AB5B-D1275C2DCB56}"/>
    </a:ext>
  </a:extLst>
</a:theme>
</file>

<file path=ppt/theme/theme2.xml><?xml version="1.0" encoding="utf-8"?>
<a:theme xmlns:a="http://schemas.openxmlformats.org/drawingml/2006/main" name="1_CORPORATE">
  <a:themeElements>
    <a:clrScheme name="safran template pink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EB3986"/>
      </a:accent1>
      <a:accent2>
        <a:srgbClr val="C31E4B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CORPORATE">
  <a:themeElements>
    <a:clrScheme name="Safran template orange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FFB600"/>
      </a:accent1>
      <a:accent2>
        <a:srgbClr val="FF7800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3_CORPORATE">
  <a:themeElements>
    <a:clrScheme name="Personnalisé 40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2CC84D"/>
      </a:accent1>
      <a:accent2>
        <a:srgbClr val="00491E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ECB320D4A9354299051F5ED1D13540" ma:contentTypeVersion="4" ma:contentTypeDescription="Create a new document." ma:contentTypeScope="" ma:versionID="0cac5bdc147c5fa839f654fd4ab6e020">
  <xsd:schema xmlns:xsd="http://www.w3.org/2001/XMLSchema" xmlns:xs="http://www.w3.org/2001/XMLSchema" xmlns:p="http://schemas.microsoft.com/office/2006/metadata/properties" xmlns:ns2="4a4d122f-faf0-4a42-9cda-8d9ce73218bd" targetNamespace="http://schemas.microsoft.com/office/2006/metadata/properties" ma:root="true" ma:fieldsID="70b7afa85b8b09d97820ce2ec64775d3" ns2:_="">
    <xsd:import namespace="4a4d122f-faf0-4a42-9cda-8d9ce73218bd"/>
    <xsd:element name="properties">
      <xsd:complexType>
        <xsd:sequence>
          <xsd:element name="documentManagement">
            <xsd:complexType>
              <xsd:all>
                <xsd:element ref="ns2:Diffusable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d122f-faf0-4a42-9cda-8d9ce73218bd" elementFormDefault="qualified">
    <xsd:import namespace="http://schemas.microsoft.com/office/2006/documentManagement/types"/>
    <xsd:import namespace="http://schemas.microsoft.com/office/infopath/2007/PartnerControls"/>
    <xsd:element name="Diffusable" ma:index="8" nillable="true" ma:displayName="Diffusable" ma:default="NON" ma:format="Dropdown" ma:internalName="Diffusable">
      <xsd:simpleType>
        <xsd:restriction base="dms:Choice">
          <xsd:enumeration value="OUI"/>
          <xsd:enumeration value="NON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ffusable xmlns="4a4d122f-faf0-4a42-9cda-8d9ce73218bd">NON</Diffusable>
  </documentManagement>
</p:properties>
</file>

<file path=customXml/itemProps1.xml><?xml version="1.0" encoding="utf-8"?>
<ds:datastoreItem xmlns:ds="http://schemas.openxmlformats.org/officeDocument/2006/customXml" ds:itemID="{BED7DD04-6E8D-43D1-869A-6F19EC5F25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4d122f-faf0-4a42-9cda-8d9ce73218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8AFDB1-0C04-4204-A677-FBD4BE99EC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FA0146-E316-406F-A65C-D4463010059D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a4d122f-faf0-4a42-9cda-8d9ce73218bd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024ffcea-f25b-491e-9dc9-834516f3550e}" enabled="1" method="Standard" siteId="{d52b49b7-0c8f-4d89-8c4f-f20517306e08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SAE_2025</Template>
  <TotalTime>584</TotalTime>
  <Words>3399</Words>
  <Application>Microsoft Office PowerPoint</Application>
  <PresentationFormat>Widescreen</PresentationFormat>
  <Paragraphs>412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SAE_2025</vt:lpstr>
      <vt:lpstr>1_CORPORATE</vt:lpstr>
      <vt:lpstr>2_CORPORATE</vt:lpstr>
      <vt:lpstr>3_CORPORATE</vt:lpstr>
      <vt:lpstr>Garants de fabricabilité – 5 personnes</vt:lpstr>
      <vt:lpstr>Experts usinage IBIF – 1 personne</vt:lpstr>
      <vt:lpstr>Pilotes d'indus – 15 personnes</vt:lpstr>
      <vt:lpstr>Experts usinage IBIF</vt:lpstr>
      <vt:lpstr>Garants de fabricabilité – 5 personnes</vt:lpstr>
      <vt:lpstr>Experts usinage IBIF</vt:lpstr>
      <vt:lpstr>Garants de fabricabilité – 5 personnes</vt:lpstr>
      <vt:lpstr>Experts usinage IBIF</vt:lpstr>
    </vt:vector>
  </TitlesOfParts>
  <Company>SAFRAN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PICARD Vivien (SAFRAN AIRCRAFT ENGINES)</dc:creator>
  <cp:lastModifiedBy>PAPASIDERO Jessica (SAFRAN AIRCRAFT ENGINES)</cp:lastModifiedBy>
  <cp:revision>20</cp:revision>
  <cp:lastPrinted>2025-10-03T06:59:19Z</cp:lastPrinted>
  <dcterms:created xsi:type="dcterms:W3CDTF">2025-04-16T14:28:55Z</dcterms:created>
  <dcterms:modified xsi:type="dcterms:W3CDTF">2026-05-13T07:19:42Z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4ffcea-f25b-491e-9dc9-834516f3550e_Enabled">
    <vt:lpwstr>true</vt:lpwstr>
  </property>
  <property fmtid="{D5CDD505-2E9C-101B-9397-08002B2CF9AE}" pid="3" name="MSIP_Label_024ffcea-f25b-491e-9dc9-834516f3550e_SetDate">
    <vt:lpwstr>2025-04-16T14:43:41Z</vt:lpwstr>
  </property>
  <property fmtid="{D5CDD505-2E9C-101B-9397-08002B2CF9AE}" pid="4" name="MSIP_Label_024ffcea-f25b-491e-9dc9-834516f3550e_Method">
    <vt:lpwstr>Standard</vt:lpwstr>
  </property>
  <property fmtid="{D5CDD505-2E9C-101B-9397-08002B2CF9AE}" pid="5" name="MSIP_Label_024ffcea-f25b-491e-9dc9-834516f3550e_Name">
    <vt:lpwstr>C2 - restricted</vt:lpwstr>
  </property>
  <property fmtid="{D5CDD505-2E9C-101B-9397-08002B2CF9AE}" pid="6" name="MSIP_Label_024ffcea-f25b-491e-9dc9-834516f3550e_SiteId">
    <vt:lpwstr>d52b49b7-0c8f-4d89-8c4f-f20517306e08</vt:lpwstr>
  </property>
  <property fmtid="{D5CDD505-2E9C-101B-9397-08002B2CF9AE}" pid="7" name="MSIP_Label_024ffcea-f25b-491e-9dc9-834516f3550e_ActionId">
    <vt:lpwstr>3277d84d-73e3-4c96-9ac4-f87fef78aa64</vt:lpwstr>
  </property>
  <property fmtid="{D5CDD505-2E9C-101B-9397-08002B2CF9AE}" pid="8" name="MSIP_Label_024ffcea-f25b-491e-9dc9-834516f3550e_ContentBits">
    <vt:lpwstr>1</vt:lpwstr>
  </property>
  <property fmtid="{D5CDD505-2E9C-101B-9397-08002B2CF9AE}" pid="9" name="MSIP_Label_024ffcea-f25b-491e-9dc9-834516f3550e_Tag">
    <vt:lpwstr>10, 3, 0, 1</vt:lpwstr>
  </property>
  <property fmtid="{D5CDD505-2E9C-101B-9397-08002B2CF9AE}" pid="10" name="ClassificationContentMarkingHeaderLocations">
    <vt:lpwstr>SAE_2025:4\1_CORPORATE:4\2_CORPORATE:4\3_CORPORATE:4</vt:lpwstr>
  </property>
  <property fmtid="{D5CDD505-2E9C-101B-9397-08002B2CF9AE}" pid="11" name="ClassificationContentMarkingHeaderText">
    <vt:lpwstr>C2 - Confidential</vt:lpwstr>
  </property>
  <property fmtid="{D5CDD505-2E9C-101B-9397-08002B2CF9AE}" pid="12" name="_AdHocReviewCycleID">
    <vt:i4>1968774206</vt:i4>
  </property>
  <property fmtid="{D5CDD505-2E9C-101B-9397-08002B2CF9AE}" pid="13" name="_NewReviewCycle">
    <vt:lpwstr/>
  </property>
  <property fmtid="{D5CDD505-2E9C-101B-9397-08002B2CF9AE}" pid="14" name="_EmailSubject">
    <vt:lpwstr>Exempe anlayse impact masque</vt:lpwstr>
  </property>
  <property fmtid="{D5CDD505-2E9C-101B-9397-08002B2CF9AE}" pid="15" name="_AuthorEmail">
    <vt:lpwstr>jessica.papasidero@safrangroup.com</vt:lpwstr>
  </property>
  <property fmtid="{D5CDD505-2E9C-101B-9397-08002B2CF9AE}" pid="16" name="_AuthorEmailDisplayName">
    <vt:lpwstr>PAPASIDERO Jessica (SAFRAN AIRCRAFT ENGINES)</vt:lpwstr>
  </property>
  <property fmtid="{D5CDD505-2E9C-101B-9397-08002B2CF9AE}" pid="17" name="ContentTypeId">
    <vt:lpwstr>0x010100F0ECB320D4A9354299051F5ED1D13540</vt:lpwstr>
  </property>
  <property fmtid="{D5CDD505-2E9C-101B-9397-08002B2CF9AE}" pid="18" name="MediaServiceImageTags">
    <vt:lpwstr/>
  </property>
  <property fmtid="{D5CDD505-2E9C-101B-9397-08002B2CF9AE}" pid="19" name="xd_ProgID">
    <vt:lpwstr/>
  </property>
  <property fmtid="{D5CDD505-2E9C-101B-9397-08002B2CF9AE}" pid="20" name="ComplianceAssetId">
    <vt:lpwstr/>
  </property>
  <property fmtid="{D5CDD505-2E9C-101B-9397-08002B2CF9AE}" pid="21" name="TemplateUrl">
    <vt:lpwstr/>
  </property>
  <property fmtid="{D5CDD505-2E9C-101B-9397-08002B2CF9AE}" pid="22" name="_ExtendedDescription">
    <vt:lpwstr/>
  </property>
  <property fmtid="{D5CDD505-2E9C-101B-9397-08002B2CF9AE}" pid="23" name="TriggerFlowInfo">
    <vt:lpwstr/>
  </property>
  <property fmtid="{D5CDD505-2E9C-101B-9397-08002B2CF9AE}" pid="24" name="xd_Signature">
    <vt:bool>false</vt:bool>
  </property>
  <property fmtid="{D5CDD505-2E9C-101B-9397-08002B2CF9AE}" pid="25" name="_PreviousAdHocReviewCycleID">
    <vt:i4>1678172822</vt:i4>
  </property>
</Properties>
</file>