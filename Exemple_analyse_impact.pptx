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8" r:id="rId5"/>
    <p:sldMasterId id="2147483689" r:id="rId6"/>
    <p:sldMasterId id="2147483700" r:id="rId7"/>
  </p:sldMasterIdLst>
  <p:notesMasterIdLst>
    <p:notesMasterId r:id="rId16"/>
  </p:notesMasterIdLst>
  <p:handoutMasterIdLst>
    <p:handoutMasterId r:id="rId17"/>
  </p:handoutMasterIdLst>
  <p:sldIdLst>
    <p:sldId id="1371" r:id="rId8"/>
    <p:sldId id="1372" r:id="rId9"/>
    <p:sldId id="1373" r:id="rId10"/>
    <p:sldId id="1374" r:id="rId11"/>
    <p:sldId id="1375" r:id="rId12"/>
    <p:sldId id="1376" r:id="rId13"/>
    <p:sldId id="1377" r:id="rId14"/>
    <p:sldId id="1378" r:id="rId15"/>
  </p:sldIdLst>
  <p:sldSz cx="12192000" cy="6858000"/>
  <p:notesSz cx="9926638" cy="14295438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737A"/>
    <a:srgbClr val="F1D3D5"/>
    <a:srgbClr val="D5B3BE"/>
    <a:srgbClr val="FBCC58"/>
    <a:srgbClr val="FDA85B"/>
    <a:srgbClr val="FEE3CA"/>
    <a:srgbClr val="A25871"/>
    <a:srgbClr val="484C6A"/>
    <a:srgbClr val="6A5D79"/>
    <a:srgbClr val="BBB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F365EC-EC97-431D-9A95-A698A3E10925}" v="43" dt="2026-03-12T15:27:10.2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Style moyen 2 - Accentuation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Style léger 1 - Accentuation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Style à thème 1 - Accentuation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1E171933-4619-4E11-9A3F-F7608DF75F80}" styleName="Style moyen 1 - Accentuatio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D083AE6-46FA-4A59-8FB0-9F97EB10719F}" styleName="Style léger 3 - Accentuation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16DA210-FB5B-4158-B5E0-FEB733F419BA}" styleName="Style clair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54" autoAdjust="0"/>
    <p:restoredTop sz="94310" autoAdjust="0"/>
  </p:normalViewPr>
  <p:slideViewPr>
    <p:cSldViewPr snapToGrid="0">
      <p:cViewPr>
        <p:scale>
          <a:sx n="75" d="100"/>
          <a:sy n="75" d="100"/>
        </p:scale>
        <p:origin x="816" y="6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microsoft.com/office/2015/10/relationships/revisionInfo" Target="revisionInfo.xml"/><Relationship Id="rId10" Type="http://schemas.openxmlformats.org/officeDocument/2006/relationships/slide" Target="slides/slide3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PASIDERO Jessica (SAFRAN AIRCRAFT ENGINES)" userId="9d363211-6040-4e18-baff-eca4aeb448fb" providerId="ADAL" clId="{7EFABB40-BF2C-4745-B439-1A018CE28C3B}"/>
    <pc:docChg chg="undo custSel addSld delSld modSld sldOrd">
      <pc:chgData name="PAPASIDERO Jessica (SAFRAN AIRCRAFT ENGINES)" userId="9d363211-6040-4e18-baff-eca4aeb448fb" providerId="ADAL" clId="{7EFABB40-BF2C-4745-B439-1A018CE28C3B}" dt="2026-03-12T15:26:50.715" v="15044" actId="12788"/>
      <pc:docMkLst>
        <pc:docMk/>
      </pc:docMkLst>
      <pc:sldChg chg="modSp mod setBg">
        <pc:chgData name="PAPASIDERO Jessica (SAFRAN AIRCRAFT ENGINES)" userId="9d363211-6040-4e18-baff-eca4aeb448fb" providerId="ADAL" clId="{7EFABB40-BF2C-4745-B439-1A018CE28C3B}" dt="2026-03-12T15:22:17.701" v="14861" actId="20577"/>
        <pc:sldMkLst>
          <pc:docMk/>
          <pc:sldMk cId="734111105" sldId="256"/>
        </pc:sldMkLst>
        <pc:spChg chg="mod">
          <ac:chgData name="PAPASIDERO Jessica (SAFRAN AIRCRAFT ENGINES)" userId="9d363211-6040-4e18-baff-eca4aeb448fb" providerId="ADAL" clId="{7EFABB40-BF2C-4745-B439-1A018CE28C3B}" dt="2026-03-12T15:22:17.701" v="14861" actId="20577"/>
          <ac:spMkLst>
            <pc:docMk/>
            <pc:sldMk cId="734111105" sldId="256"/>
            <ac:spMk id="2" creationId="{15219B25-2172-79CA-4417-133DD3ED384E}"/>
          </ac:spMkLst>
        </pc:spChg>
        <pc:spChg chg="mod">
          <ac:chgData name="PAPASIDERO Jessica (SAFRAN AIRCRAFT ENGINES)" userId="9d363211-6040-4e18-baff-eca4aeb448fb" providerId="ADAL" clId="{7EFABB40-BF2C-4745-B439-1A018CE28C3B}" dt="2026-03-11T14:30:12.911" v="12864" actId="20577"/>
          <ac:spMkLst>
            <pc:docMk/>
            <pc:sldMk cId="734111105" sldId="256"/>
            <ac:spMk id="4" creationId="{25B6D73F-0D3F-85B3-49B0-0EED76247FCD}"/>
          </ac:spMkLst>
        </pc:spChg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73326259" sldId="937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045776441" sldId="943"/>
        </pc:sldMkLst>
      </pc:sldChg>
      <pc:sldChg chg="del">
        <pc:chgData name="PAPASIDERO Jessica (SAFRAN AIRCRAFT ENGINES)" userId="9d363211-6040-4e18-baff-eca4aeb448fb" providerId="ADAL" clId="{7EFABB40-BF2C-4745-B439-1A018CE28C3B}" dt="2026-03-11T14:23:19.400" v="12404" actId="47"/>
        <pc:sldMkLst>
          <pc:docMk/>
          <pc:sldMk cId="840819193" sldId="945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359732352" sldId="1123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4227525420" sldId="1129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921500072" sldId="1131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1334106655" sldId="1134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88135014" sldId="1138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4248384071" sldId="1139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521130749" sldId="1140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1043993270" sldId="1142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4121947686" sldId="1143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917042687" sldId="1144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864117191" sldId="1145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924344656" sldId="1146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1901264983" sldId="1147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1323673742" sldId="1148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112576546" sldId="1150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71738294" sldId="1152"/>
        </pc:sldMkLst>
      </pc:sldChg>
      <pc:sldChg chg="modSp mod">
        <pc:chgData name="PAPASIDERO Jessica (SAFRAN AIRCRAFT ENGINES)" userId="9d363211-6040-4e18-baff-eca4aeb448fb" providerId="ADAL" clId="{7EFABB40-BF2C-4745-B439-1A018CE28C3B}" dt="2026-03-11T14:28:43.413" v="12703" actId="20577"/>
        <pc:sldMkLst>
          <pc:docMk/>
          <pc:sldMk cId="2589225721" sldId="1153"/>
        </pc:sldMkLst>
        <pc:spChg chg="mod">
          <ac:chgData name="PAPASIDERO Jessica (SAFRAN AIRCRAFT ENGINES)" userId="9d363211-6040-4e18-baff-eca4aeb448fb" providerId="ADAL" clId="{7EFABB40-BF2C-4745-B439-1A018CE28C3B}" dt="2026-03-11T14:28:43.413" v="12703" actId="20577"/>
          <ac:spMkLst>
            <pc:docMk/>
            <pc:sldMk cId="2589225721" sldId="1153"/>
            <ac:spMk id="2" creationId="{0F25D033-1003-DE47-675F-2A255EC4E5BA}"/>
          </ac:spMkLst>
        </pc:spChg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45977247" sldId="1154"/>
        </pc:sldMkLst>
      </pc:sldChg>
      <pc:sldChg chg="addSp modSp add mod">
        <pc:chgData name="PAPASIDERO Jessica (SAFRAN AIRCRAFT ENGINES)" userId="9d363211-6040-4e18-baff-eca4aeb448fb" providerId="ADAL" clId="{7EFABB40-BF2C-4745-B439-1A018CE28C3B}" dt="2026-03-12T15:26:50.715" v="15044" actId="12788"/>
        <pc:sldMkLst>
          <pc:docMk/>
          <pc:sldMk cId="3057131040" sldId="1154"/>
        </pc:sldMkLst>
        <pc:spChg chg="mod">
          <ac:chgData name="PAPASIDERO Jessica (SAFRAN AIRCRAFT ENGINES)" userId="9d363211-6040-4e18-baff-eca4aeb448fb" providerId="ADAL" clId="{7EFABB40-BF2C-4745-B439-1A018CE28C3B}" dt="2026-03-12T15:26:39.036" v="14994" actId="20577"/>
          <ac:spMkLst>
            <pc:docMk/>
            <pc:sldMk cId="3057131040" sldId="1154"/>
            <ac:spMk id="2" creationId="{73750596-FBB3-1184-F2BA-6AAAD1047217}"/>
          </ac:spMkLst>
        </pc:spChg>
        <pc:spChg chg="add mod">
          <ac:chgData name="PAPASIDERO Jessica (SAFRAN AIRCRAFT ENGINES)" userId="9d363211-6040-4e18-baff-eca4aeb448fb" providerId="ADAL" clId="{7EFABB40-BF2C-4745-B439-1A018CE28C3B}" dt="2026-03-12T15:26:50.715" v="15044" actId="12788"/>
          <ac:spMkLst>
            <pc:docMk/>
            <pc:sldMk cId="3057131040" sldId="1154"/>
            <ac:spMk id="3" creationId="{9F6C859F-93F0-12C9-B7C0-5843CFF2BD71}"/>
          </ac:spMkLst>
        </pc:spChg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105458402" sldId="1155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594299724" sldId="1156"/>
        </pc:sldMkLst>
      </pc:sldChg>
      <pc:sldChg chg="addSp delSp modSp add del mod">
        <pc:chgData name="PAPASIDERO Jessica (SAFRAN AIRCRAFT ENGINES)" userId="9d363211-6040-4e18-baff-eca4aeb448fb" providerId="ADAL" clId="{7EFABB40-BF2C-4745-B439-1A018CE28C3B}" dt="2026-03-12T12:21:09.053" v="13113"/>
        <pc:sldMkLst>
          <pc:docMk/>
          <pc:sldMk cId="3398198886" sldId="1156"/>
        </pc:sldMkLst>
        <pc:spChg chg="add mod">
          <ac:chgData name="PAPASIDERO Jessica (SAFRAN AIRCRAFT ENGINES)" userId="9d363211-6040-4e18-baff-eca4aeb448fb" providerId="ADAL" clId="{7EFABB40-BF2C-4745-B439-1A018CE28C3B}" dt="2026-03-11T14:28:27.924" v="12683"/>
          <ac:spMkLst>
            <pc:docMk/>
            <pc:sldMk cId="3398198886" sldId="1156"/>
            <ac:spMk id="2" creationId="{80286300-9343-AF61-A594-B9E3B1A299B2}"/>
          </ac:spMkLst>
        </pc:spChg>
        <pc:spChg chg="add mod">
          <ac:chgData name="PAPASIDERO Jessica (SAFRAN AIRCRAFT ENGINES)" userId="9d363211-6040-4e18-baff-eca4aeb448fb" providerId="ADAL" clId="{7EFABB40-BF2C-4745-B439-1A018CE28C3B}" dt="2026-03-12T12:21:09.053" v="13113"/>
          <ac:spMkLst>
            <pc:docMk/>
            <pc:sldMk cId="3398198886" sldId="1156"/>
            <ac:spMk id="2" creationId="{B82AF5FF-220A-EFC1-E782-6B879478AEA4}"/>
          </ac:spMkLst>
        </pc:spChg>
        <pc:spChg chg="mod">
          <ac:chgData name="PAPASIDERO Jessica (SAFRAN AIRCRAFT ENGINES)" userId="9d363211-6040-4e18-baff-eca4aeb448fb" providerId="ADAL" clId="{7EFABB40-BF2C-4745-B439-1A018CE28C3B}" dt="2026-03-11T14:28:33.693" v="12684"/>
          <ac:spMkLst>
            <pc:docMk/>
            <pc:sldMk cId="3398198886" sldId="1156"/>
            <ac:spMk id="3" creationId="{237D5F22-6934-42C7-DB8B-78A2D800902F}"/>
          </ac:spMkLst>
        </pc:spChg>
        <pc:spChg chg="del">
          <ac:chgData name="PAPASIDERO Jessica (SAFRAN AIRCRAFT ENGINES)" userId="9d363211-6040-4e18-baff-eca4aeb448fb" providerId="ADAL" clId="{7EFABB40-BF2C-4745-B439-1A018CE28C3B}" dt="2026-03-11T14:26:25.485" v="12595" actId="478"/>
          <ac:spMkLst>
            <pc:docMk/>
            <pc:sldMk cId="3398198886" sldId="1156"/>
            <ac:spMk id="5" creationId="{DEB7D04A-F721-2B42-3696-42404DAC65B2}"/>
          </ac:spMkLst>
        </pc:spChg>
        <pc:spChg chg="del">
          <ac:chgData name="PAPASIDERO Jessica (SAFRAN AIRCRAFT ENGINES)" userId="9d363211-6040-4e18-baff-eca4aeb448fb" providerId="ADAL" clId="{7EFABB40-BF2C-4745-B439-1A018CE28C3B}" dt="2026-03-12T12:21:08.854" v="13112" actId="478"/>
          <ac:spMkLst>
            <pc:docMk/>
            <pc:sldMk cId="3398198886" sldId="1156"/>
            <ac:spMk id="29" creationId="{6C178248-E877-974B-0F27-63363ADFCF5C}"/>
          </ac:spMkLst>
        </pc:spChg>
        <pc:spChg chg="mod">
          <ac:chgData name="PAPASIDERO Jessica (SAFRAN AIRCRAFT ENGINES)" userId="9d363211-6040-4e18-baff-eca4aeb448fb" providerId="ADAL" clId="{7EFABB40-BF2C-4745-B439-1A018CE28C3B}" dt="2026-03-12T12:21:02.537" v="13110" actId="20577"/>
          <ac:spMkLst>
            <pc:docMk/>
            <pc:sldMk cId="3398198886" sldId="1156"/>
            <ac:spMk id="87" creationId="{63DFD050-714F-6384-A99E-C21F4182A870}"/>
          </ac:spMkLst>
        </pc:spChg>
        <pc:spChg chg="del">
          <ac:chgData name="PAPASIDERO Jessica (SAFRAN AIRCRAFT ENGINES)" userId="9d363211-6040-4e18-baff-eca4aeb448fb" providerId="ADAL" clId="{7EFABB40-BF2C-4745-B439-1A018CE28C3B}" dt="2026-03-11T14:28:27.744" v="12682" actId="478"/>
          <ac:spMkLst>
            <pc:docMk/>
            <pc:sldMk cId="3398198886" sldId="1156"/>
            <ac:spMk id="106" creationId="{5AFD8FBD-2821-A737-6551-B01DD07AB6C8}"/>
          </ac:spMkLst>
        </pc:spChg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589181448" sldId="1157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4132998296" sldId="1158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087685465" sldId="1159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158286643" sldId="1160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876653373" sldId="1161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487004896" sldId="1162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1263190608" sldId="1164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78183908" sldId="1165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1080535662" sldId="1166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633583141" sldId="1167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196800050" sldId="1168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1419514939" sldId="1169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419934587" sldId="1170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957321834" sldId="1171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467285150" sldId="1172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911083889" sldId="1173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423257168" sldId="1174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627632527" sldId="1175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912028636" sldId="1176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4059256248" sldId="1177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1180564730" sldId="1178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1152008111" sldId="1179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105634931" sldId="1180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1059442945" sldId="1181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982688234" sldId="1182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688659636" sldId="1183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912310704" sldId="1184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965728092" sldId="1185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233447520" sldId="1186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319664869" sldId="1187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501130024" sldId="1188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257631966" sldId="1189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976872782" sldId="1190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294518104" sldId="1191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533963433" sldId="1192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502564002" sldId="1193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10577917" sldId="1194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821064543" sldId="1195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348092008" sldId="1196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2984360461" sldId="1197"/>
        </pc:sldMkLst>
      </pc:sldChg>
      <pc:sldChg chg="del">
        <pc:chgData name="PAPASIDERO Jessica (SAFRAN AIRCRAFT ENGINES)" userId="9d363211-6040-4e18-baff-eca4aeb448fb" providerId="ADAL" clId="{7EFABB40-BF2C-4745-B439-1A018CE28C3B}" dt="2026-03-11T14:23:30.240" v="12458" actId="47"/>
        <pc:sldMkLst>
          <pc:docMk/>
          <pc:sldMk cId="35741344" sldId="1198"/>
        </pc:sldMkLst>
      </pc:sldChg>
      <pc:sldChg chg="add">
        <pc:chgData name="PAPASIDERO Jessica (SAFRAN AIRCRAFT ENGINES)" userId="9d363211-6040-4e18-baff-eca4aeb448fb" providerId="ADAL" clId="{7EFABB40-BF2C-4745-B439-1A018CE28C3B}" dt="2026-03-11T14:41:28.876" v="12928"/>
        <pc:sldMkLst>
          <pc:docMk/>
          <pc:sldMk cId="3150802083" sldId="1348"/>
        </pc:sldMkLst>
      </pc:sldChg>
      <pc:sldChg chg="add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2211244753" sldId="1366"/>
        </pc:sldMkLst>
      </pc:sldChg>
      <pc:sldChg chg="add del">
        <pc:chgData name="PAPASIDERO Jessica (SAFRAN AIRCRAFT ENGINES)" userId="9d363211-6040-4e18-baff-eca4aeb448fb" providerId="ADAL" clId="{7EFABB40-BF2C-4745-B439-1A018CE28C3B}" dt="2026-03-12T15:18:03.784" v="14780" actId="47"/>
        <pc:sldMkLst>
          <pc:docMk/>
          <pc:sldMk cId="3327504673" sldId="1368"/>
        </pc:sldMkLst>
      </pc:sldChg>
      <pc:sldChg chg="delSp modSp add mod">
        <pc:chgData name="PAPASIDERO Jessica (SAFRAN AIRCRAFT ENGINES)" userId="9d363211-6040-4e18-baff-eca4aeb448fb" providerId="ADAL" clId="{7EFABB40-BF2C-4745-B439-1A018CE28C3B}" dt="2026-03-12T13:58:31.561" v="14307" actId="20577"/>
        <pc:sldMkLst>
          <pc:docMk/>
          <pc:sldMk cId="1522062474" sldId="1370"/>
        </pc:sldMkLst>
        <pc:spChg chg="mod">
          <ac:chgData name="PAPASIDERO Jessica (SAFRAN AIRCRAFT ENGINES)" userId="9d363211-6040-4e18-baff-eca4aeb448fb" providerId="ADAL" clId="{7EFABB40-BF2C-4745-B439-1A018CE28C3B}" dt="2026-03-12T13:58:31.561" v="14307" actId="20577"/>
          <ac:spMkLst>
            <pc:docMk/>
            <pc:sldMk cId="1522062474" sldId="1370"/>
            <ac:spMk id="3" creationId="{3805B478-FF30-FAD9-7EA1-6FDF5F6CBA08}"/>
          </ac:spMkLst>
        </pc:spChg>
        <pc:spChg chg="del">
          <ac:chgData name="PAPASIDERO Jessica (SAFRAN AIRCRAFT ENGINES)" userId="9d363211-6040-4e18-baff-eca4aeb448fb" providerId="ADAL" clId="{7EFABB40-BF2C-4745-B439-1A018CE28C3B}" dt="2026-03-12T13:52:37.329" v="13154" actId="478"/>
          <ac:spMkLst>
            <pc:docMk/>
            <pc:sldMk cId="1522062474" sldId="1370"/>
            <ac:spMk id="27" creationId="{0BA7125E-4E2C-8233-F422-754BEA37CD06}"/>
          </ac:spMkLst>
        </pc:spChg>
        <pc:graphicFrameChg chg="modGraphic">
          <ac:chgData name="PAPASIDERO Jessica (SAFRAN AIRCRAFT ENGINES)" userId="9d363211-6040-4e18-baff-eca4aeb448fb" providerId="ADAL" clId="{7EFABB40-BF2C-4745-B439-1A018CE28C3B}" dt="2026-03-12T13:44:22.928" v="13146" actId="20577"/>
          <ac:graphicFrameMkLst>
            <pc:docMk/>
            <pc:sldMk cId="1522062474" sldId="1370"/>
            <ac:graphicFrameMk id="18" creationId="{E181804F-B2DA-CE7E-37F1-92BB97342217}"/>
          </ac:graphicFrameMkLst>
        </pc:graphicFrameChg>
      </pc:sldChg>
      <pc:sldChg chg="add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3437862691" sldId="1371"/>
        </pc:sldMkLst>
      </pc:sldChg>
      <pc:sldChg chg="add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2991228574" sldId="1372"/>
        </pc:sldMkLst>
      </pc:sldChg>
      <pc:sldChg chg="add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2402635059" sldId="1373"/>
        </pc:sldMkLst>
      </pc:sldChg>
      <pc:sldChg chg="add del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2076661686" sldId="1374"/>
        </pc:sldMkLst>
      </pc:sldChg>
      <pc:sldChg chg="add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2706559843" sldId="1375"/>
        </pc:sldMkLst>
      </pc:sldChg>
      <pc:sldChg chg="add del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2861994883" sldId="1378"/>
        </pc:sldMkLst>
      </pc:sldChg>
      <pc:sldChg chg="add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3483508397" sldId="1379"/>
        </pc:sldMkLst>
      </pc:sldChg>
      <pc:sldChg chg="add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2335536624" sldId="1380"/>
        </pc:sldMkLst>
      </pc:sldChg>
      <pc:sldChg chg="add del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2355743757" sldId="1381"/>
        </pc:sldMkLst>
      </pc:sldChg>
      <pc:sldChg chg="add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4056758249" sldId="1382"/>
        </pc:sldMkLst>
      </pc:sldChg>
      <pc:sldChg chg="add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2631310277" sldId="1384"/>
        </pc:sldMkLst>
      </pc:sldChg>
      <pc:sldChg chg="add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3212528044" sldId="1385"/>
        </pc:sldMkLst>
      </pc:sldChg>
      <pc:sldChg chg="add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2801837052" sldId="1386"/>
        </pc:sldMkLst>
      </pc:sldChg>
      <pc:sldChg chg="add">
        <pc:chgData name="PAPASIDERO Jessica (SAFRAN AIRCRAFT ENGINES)" userId="9d363211-6040-4e18-baff-eca4aeb448fb" providerId="ADAL" clId="{7EFABB40-BF2C-4745-B439-1A018CE28C3B}" dt="2026-03-11T14:24:16.840" v="12462"/>
        <pc:sldMkLst>
          <pc:docMk/>
          <pc:sldMk cId="2823876223" sldId="1387"/>
        </pc:sldMkLst>
      </pc:sldChg>
      <pc:sldChg chg="modSp add del mod">
        <pc:chgData name="PAPASIDERO Jessica (SAFRAN AIRCRAFT ENGINES)" userId="9d363211-6040-4e18-baff-eca4aeb448fb" providerId="ADAL" clId="{7EFABB40-BF2C-4745-B439-1A018CE28C3B}" dt="2026-03-11T14:30:15.343" v="12865" actId="47"/>
        <pc:sldMkLst>
          <pc:docMk/>
          <pc:sldMk cId="3389665675" sldId="1388"/>
        </pc:sldMkLst>
        <pc:spChg chg="mod">
          <ac:chgData name="PAPASIDERO Jessica (SAFRAN AIRCRAFT ENGINES)" userId="9d363211-6040-4e18-baff-eca4aeb448fb" providerId="ADAL" clId="{7EFABB40-BF2C-4745-B439-1A018CE28C3B}" dt="2026-03-11T14:24:32.296" v="12493" actId="20577"/>
          <ac:spMkLst>
            <pc:docMk/>
            <pc:sldMk cId="3389665675" sldId="1388"/>
            <ac:spMk id="2" creationId="{E68870F7-B9CB-5849-DBF1-56938D72E64B}"/>
          </ac:spMkLst>
        </pc:spChg>
      </pc:sldChg>
      <pc:sldChg chg="addSp modSp add mod">
        <pc:chgData name="PAPASIDERO Jessica (SAFRAN AIRCRAFT ENGINES)" userId="9d363211-6040-4e18-baff-eca4aeb448fb" providerId="ADAL" clId="{7EFABB40-BF2C-4745-B439-1A018CE28C3B}" dt="2026-03-11T14:31:41.492" v="12926" actId="1076"/>
        <pc:sldMkLst>
          <pc:docMk/>
          <pc:sldMk cId="1531320013" sldId="1389"/>
        </pc:sldMkLst>
        <pc:spChg chg="mod">
          <ac:chgData name="PAPASIDERO Jessica (SAFRAN AIRCRAFT ENGINES)" userId="9d363211-6040-4e18-baff-eca4aeb448fb" providerId="ADAL" clId="{7EFABB40-BF2C-4745-B439-1A018CE28C3B}" dt="2026-03-11T14:28:49.171" v="12720" actId="20577"/>
          <ac:spMkLst>
            <pc:docMk/>
            <pc:sldMk cId="1531320013" sldId="1389"/>
            <ac:spMk id="2" creationId="{83C86BC3-436C-98A2-19A6-90E820B3130C}"/>
          </ac:spMkLst>
        </pc:spChg>
        <pc:spChg chg="add mod">
          <ac:chgData name="PAPASIDERO Jessica (SAFRAN AIRCRAFT ENGINES)" userId="9d363211-6040-4e18-baff-eca4aeb448fb" providerId="ADAL" clId="{7EFABB40-BF2C-4745-B439-1A018CE28C3B}" dt="2026-03-11T14:31:41.492" v="12926" actId="1076"/>
          <ac:spMkLst>
            <pc:docMk/>
            <pc:sldMk cId="1531320013" sldId="1389"/>
            <ac:spMk id="3" creationId="{5866E930-36A5-9F31-78FD-91FCB54D74DC}"/>
          </ac:spMkLst>
        </pc:spChg>
      </pc:sldChg>
      <pc:sldChg chg="delSp modSp add mod">
        <pc:chgData name="PAPASIDERO Jessica (SAFRAN AIRCRAFT ENGINES)" userId="9d363211-6040-4e18-baff-eca4aeb448fb" providerId="ADAL" clId="{7EFABB40-BF2C-4745-B439-1A018CE28C3B}" dt="2026-03-12T15:23:23.048" v="14953"/>
        <pc:sldMkLst>
          <pc:docMk/>
          <pc:sldMk cId="2173474205" sldId="1390"/>
        </pc:sldMkLst>
        <pc:spChg chg="mod">
          <ac:chgData name="PAPASIDERO Jessica (SAFRAN AIRCRAFT ENGINES)" userId="9d363211-6040-4e18-baff-eca4aeb448fb" providerId="ADAL" clId="{7EFABB40-BF2C-4745-B439-1A018CE28C3B}" dt="2026-03-12T15:23:23.048" v="14953"/>
          <ac:spMkLst>
            <pc:docMk/>
            <pc:sldMk cId="2173474205" sldId="1390"/>
            <ac:spMk id="3" creationId="{4C74D1BA-D156-3CFE-768C-BB3E5890D877}"/>
          </ac:spMkLst>
        </pc:spChg>
        <pc:spChg chg="del">
          <ac:chgData name="PAPASIDERO Jessica (SAFRAN AIRCRAFT ENGINES)" userId="9d363211-6040-4e18-baff-eca4aeb448fb" providerId="ADAL" clId="{7EFABB40-BF2C-4745-B439-1A018CE28C3B}" dt="2026-03-12T15:18:06.067" v="14781" actId="478"/>
          <ac:spMkLst>
            <pc:docMk/>
            <pc:sldMk cId="2173474205" sldId="1390"/>
            <ac:spMk id="4" creationId="{4FA8B1E2-B9AB-AF40-0D6C-C04F3B3A5E1D}"/>
          </ac:spMkLst>
        </pc:spChg>
        <pc:graphicFrameChg chg="modGraphic">
          <ac:chgData name="PAPASIDERO Jessica (SAFRAN AIRCRAFT ENGINES)" userId="9d363211-6040-4e18-baff-eca4aeb448fb" providerId="ADAL" clId="{7EFABB40-BF2C-4745-B439-1A018CE28C3B}" dt="2026-03-12T15:18:13.466" v="14805" actId="20577"/>
          <ac:graphicFrameMkLst>
            <pc:docMk/>
            <pc:sldMk cId="2173474205" sldId="1390"/>
            <ac:graphicFrameMk id="9" creationId="{21F600ED-0E49-3A39-431A-70378144E216}"/>
          </ac:graphicFrameMkLst>
        </pc:graphicFrameChg>
        <pc:picChg chg="del">
          <ac:chgData name="PAPASIDERO Jessica (SAFRAN AIRCRAFT ENGINES)" userId="9d363211-6040-4e18-baff-eca4aeb448fb" providerId="ADAL" clId="{7EFABB40-BF2C-4745-B439-1A018CE28C3B}" dt="2026-03-12T15:18:06.067" v="14781" actId="478"/>
          <ac:picMkLst>
            <pc:docMk/>
            <pc:sldMk cId="2173474205" sldId="1390"/>
            <ac:picMk id="5" creationId="{A5031BD4-6AC8-C74E-CA7C-7198BBDAF760}"/>
          </ac:picMkLst>
        </pc:picChg>
      </pc:sldChg>
      <pc:sldChg chg="addSp delSp modSp add del mod">
        <pc:chgData name="PAPASIDERO Jessica (SAFRAN AIRCRAFT ENGINES)" userId="9d363211-6040-4e18-baff-eca4aeb448fb" providerId="ADAL" clId="{7EFABB40-BF2C-4745-B439-1A018CE28C3B}" dt="2026-03-12T12:20:36.710" v="13082" actId="47"/>
        <pc:sldMkLst>
          <pc:docMk/>
          <pc:sldMk cId="3796022974" sldId="1390"/>
        </pc:sldMkLst>
        <pc:spChg chg="del">
          <ac:chgData name="PAPASIDERO Jessica (SAFRAN AIRCRAFT ENGINES)" userId="9d363211-6040-4e18-baff-eca4aeb448fb" providerId="ADAL" clId="{7EFABB40-BF2C-4745-B439-1A018CE28C3B}" dt="2026-03-12T12:19:40.965" v="13029" actId="478"/>
          <ac:spMkLst>
            <pc:docMk/>
            <pc:sldMk cId="3796022974" sldId="1390"/>
            <ac:spMk id="2" creationId="{4680A4F5-58C3-2BA6-74A2-FE32F61DF6B0}"/>
          </ac:spMkLst>
        </pc:spChg>
        <pc:spChg chg="mod">
          <ac:chgData name="PAPASIDERO Jessica (SAFRAN AIRCRAFT ENGINES)" userId="9d363211-6040-4e18-baff-eca4aeb448fb" providerId="ADAL" clId="{7EFABB40-BF2C-4745-B439-1A018CE28C3B}" dt="2026-03-11T14:27:09.664" v="12621" actId="20577"/>
          <ac:spMkLst>
            <pc:docMk/>
            <pc:sldMk cId="3796022974" sldId="1390"/>
            <ac:spMk id="3" creationId="{237D5F22-6934-42C7-DB8B-78A2D800902F}"/>
          </ac:spMkLst>
        </pc:spChg>
        <pc:spChg chg="del">
          <ac:chgData name="PAPASIDERO Jessica (SAFRAN AIRCRAFT ENGINES)" userId="9d363211-6040-4e18-baff-eca4aeb448fb" providerId="ADAL" clId="{7EFABB40-BF2C-4745-B439-1A018CE28C3B}" dt="2026-03-12T12:19:40.965" v="13029" actId="478"/>
          <ac:spMkLst>
            <pc:docMk/>
            <pc:sldMk cId="3796022974" sldId="1390"/>
            <ac:spMk id="4" creationId="{0CBDBA32-C86E-C4E3-D519-B02185FD6806}"/>
          </ac:spMkLst>
        </pc:spChg>
        <pc:spChg chg="add mod">
          <ac:chgData name="PAPASIDERO Jessica (SAFRAN AIRCRAFT ENGINES)" userId="9d363211-6040-4e18-baff-eca4aeb448fb" providerId="ADAL" clId="{7EFABB40-BF2C-4745-B439-1A018CE28C3B}" dt="2026-03-12T12:19:55.718" v="13032"/>
          <ac:spMkLst>
            <pc:docMk/>
            <pc:sldMk cId="3796022974" sldId="1390"/>
            <ac:spMk id="5" creationId="{BD7E6BE2-F20D-78E8-8E0A-4822F787D5DD}"/>
          </ac:spMkLst>
        </pc:spChg>
        <pc:spChg chg="add mod">
          <ac:chgData name="PAPASIDERO Jessica (SAFRAN AIRCRAFT ENGINES)" userId="9d363211-6040-4e18-baff-eca4aeb448fb" providerId="ADAL" clId="{7EFABB40-BF2C-4745-B439-1A018CE28C3B}" dt="2026-03-12T12:19:55.718" v="13032"/>
          <ac:spMkLst>
            <pc:docMk/>
            <pc:sldMk cId="3796022974" sldId="1390"/>
            <ac:spMk id="6" creationId="{FF75AB98-9AEB-4349-15C3-5532AC8E6BB0}"/>
          </ac:spMkLst>
        </pc:spChg>
        <pc:spChg chg="mod">
          <ac:chgData name="PAPASIDERO Jessica (SAFRAN AIRCRAFT ENGINES)" userId="9d363211-6040-4e18-baff-eca4aeb448fb" providerId="ADAL" clId="{7EFABB40-BF2C-4745-B439-1A018CE28C3B}" dt="2026-03-12T12:19:55.718" v="13032"/>
          <ac:spMkLst>
            <pc:docMk/>
            <pc:sldMk cId="3796022974" sldId="1390"/>
            <ac:spMk id="8" creationId="{5B866B50-509E-2841-BBB2-DFA8ED86D05E}"/>
          </ac:spMkLst>
        </pc:spChg>
        <pc:spChg chg="add mod">
          <ac:chgData name="PAPASIDERO Jessica (SAFRAN AIRCRAFT ENGINES)" userId="9d363211-6040-4e18-baff-eca4aeb448fb" providerId="ADAL" clId="{7EFABB40-BF2C-4745-B439-1A018CE28C3B}" dt="2026-03-12T12:19:55.718" v="13032"/>
          <ac:spMkLst>
            <pc:docMk/>
            <pc:sldMk cId="3796022974" sldId="1390"/>
            <ac:spMk id="11" creationId="{CD3785D8-E9B6-A407-6430-5C81F780A3AB}"/>
          </ac:spMkLst>
        </pc:spChg>
        <pc:spChg chg="add mod">
          <ac:chgData name="PAPASIDERO Jessica (SAFRAN AIRCRAFT ENGINES)" userId="9d363211-6040-4e18-baff-eca4aeb448fb" providerId="ADAL" clId="{7EFABB40-BF2C-4745-B439-1A018CE28C3B}" dt="2026-03-12T12:19:55.718" v="13032"/>
          <ac:spMkLst>
            <pc:docMk/>
            <pc:sldMk cId="3796022974" sldId="1390"/>
            <ac:spMk id="12" creationId="{551BF545-DBB8-39CA-77EC-ACB4DD891C5A}"/>
          </ac:spMkLst>
        </pc:spChg>
        <pc:spChg chg="add mod">
          <ac:chgData name="PAPASIDERO Jessica (SAFRAN AIRCRAFT ENGINES)" userId="9d363211-6040-4e18-baff-eca4aeb448fb" providerId="ADAL" clId="{7EFABB40-BF2C-4745-B439-1A018CE28C3B}" dt="2026-03-12T12:19:55.718" v="13032"/>
          <ac:spMkLst>
            <pc:docMk/>
            <pc:sldMk cId="3796022974" sldId="1390"/>
            <ac:spMk id="13" creationId="{CF28E2D5-C194-36DD-12D3-B54B5EE73CA9}"/>
          </ac:spMkLst>
        </pc:spChg>
        <pc:spChg chg="add mod">
          <ac:chgData name="PAPASIDERO Jessica (SAFRAN AIRCRAFT ENGINES)" userId="9d363211-6040-4e18-baff-eca4aeb448fb" providerId="ADAL" clId="{7EFABB40-BF2C-4745-B439-1A018CE28C3B}" dt="2026-03-12T12:19:55.718" v="13032"/>
          <ac:spMkLst>
            <pc:docMk/>
            <pc:sldMk cId="3796022974" sldId="1390"/>
            <ac:spMk id="14" creationId="{CE0795CD-B6AB-0440-87E6-12B08E5D0F5A}"/>
          </ac:spMkLst>
        </pc:spChg>
        <pc:spChg chg="mod">
          <ac:chgData name="PAPASIDERO Jessica (SAFRAN AIRCRAFT ENGINES)" userId="9d363211-6040-4e18-baff-eca4aeb448fb" providerId="ADAL" clId="{7EFABB40-BF2C-4745-B439-1A018CE28C3B}" dt="2026-03-11T14:28:11.182" v="12679" actId="255"/>
          <ac:spMkLst>
            <pc:docMk/>
            <pc:sldMk cId="3796022974" sldId="1390"/>
            <ac:spMk id="29" creationId="{6C178248-E877-974B-0F27-63363ADFCF5C}"/>
          </ac:spMkLst>
        </pc:spChg>
        <pc:spChg chg="del">
          <ac:chgData name="PAPASIDERO Jessica (SAFRAN AIRCRAFT ENGINES)" userId="9d363211-6040-4e18-baff-eca4aeb448fb" providerId="ADAL" clId="{7EFABB40-BF2C-4745-B439-1A018CE28C3B}" dt="2026-03-12T12:19:40.965" v="13029" actId="478"/>
          <ac:spMkLst>
            <pc:docMk/>
            <pc:sldMk cId="3796022974" sldId="1390"/>
            <ac:spMk id="35" creationId="{E6CF2BEC-355A-473A-344D-B2B22BE8655A}"/>
          </ac:spMkLst>
        </pc:spChg>
        <pc:spChg chg="del">
          <ac:chgData name="PAPASIDERO Jessica (SAFRAN AIRCRAFT ENGINES)" userId="9d363211-6040-4e18-baff-eca4aeb448fb" providerId="ADAL" clId="{7EFABB40-BF2C-4745-B439-1A018CE28C3B}" dt="2026-03-12T12:19:40.965" v="13029" actId="478"/>
          <ac:spMkLst>
            <pc:docMk/>
            <pc:sldMk cId="3796022974" sldId="1390"/>
            <ac:spMk id="82" creationId="{BB969C3B-6BAE-89B2-779A-6C6C51419325}"/>
          </ac:spMkLst>
        </pc:spChg>
        <pc:spChg chg="del">
          <ac:chgData name="PAPASIDERO Jessica (SAFRAN AIRCRAFT ENGINES)" userId="9d363211-6040-4e18-baff-eca4aeb448fb" providerId="ADAL" clId="{7EFABB40-BF2C-4745-B439-1A018CE28C3B}" dt="2026-03-12T12:19:40.965" v="13029" actId="478"/>
          <ac:spMkLst>
            <pc:docMk/>
            <pc:sldMk cId="3796022974" sldId="1390"/>
            <ac:spMk id="85" creationId="{8511509B-6FF3-F0B1-0DFF-61861332EEA2}"/>
          </ac:spMkLst>
        </pc:spChg>
        <pc:spChg chg="del mod">
          <ac:chgData name="PAPASIDERO Jessica (SAFRAN AIRCRAFT ENGINES)" userId="9d363211-6040-4e18-baff-eca4aeb448fb" providerId="ADAL" clId="{7EFABB40-BF2C-4745-B439-1A018CE28C3B}" dt="2026-03-12T12:19:40.965" v="13029" actId="478"/>
          <ac:spMkLst>
            <pc:docMk/>
            <pc:sldMk cId="3796022974" sldId="1390"/>
            <ac:spMk id="87" creationId="{63DFD050-714F-6384-A99E-C21F4182A870}"/>
          </ac:spMkLst>
        </pc:spChg>
        <pc:grpChg chg="add mod">
          <ac:chgData name="PAPASIDERO Jessica (SAFRAN AIRCRAFT ENGINES)" userId="9d363211-6040-4e18-baff-eca4aeb448fb" providerId="ADAL" clId="{7EFABB40-BF2C-4745-B439-1A018CE28C3B}" dt="2026-03-12T12:19:55.718" v="13032"/>
          <ac:grpSpMkLst>
            <pc:docMk/>
            <pc:sldMk cId="3796022974" sldId="1390"/>
            <ac:grpSpMk id="7" creationId="{9C9A38ED-67A7-F9E0-46C0-4F2BAC1200D3}"/>
          </ac:grpSpMkLst>
        </pc:grpChg>
        <pc:grpChg chg="del">
          <ac:chgData name="PAPASIDERO Jessica (SAFRAN AIRCRAFT ENGINES)" userId="9d363211-6040-4e18-baff-eca4aeb448fb" providerId="ADAL" clId="{7EFABB40-BF2C-4745-B439-1A018CE28C3B}" dt="2026-03-12T12:19:40.965" v="13029" actId="478"/>
          <ac:grpSpMkLst>
            <pc:docMk/>
            <pc:sldMk cId="3796022974" sldId="1390"/>
            <ac:grpSpMk id="36" creationId="{CA2E64A9-0076-B2C7-67DE-F7CA5E45FB7B}"/>
          </ac:grpSpMkLst>
        </pc:grpChg>
        <pc:picChg chg="mod">
          <ac:chgData name="PAPASIDERO Jessica (SAFRAN AIRCRAFT ENGINES)" userId="9d363211-6040-4e18-baff-eca4aeb448fb" providerId="ADAL" clId="{7EFABB40-BF2C-4745-B439-1A018CE28C3B}" dt="2026-03-12T12:19:55.718" v="13032"/>
          <ac:picMkLst>
            <pc:docMk/>
            <pc:sldMk cId="3796022974" sldId="1390"/>
            <ac:picMk id="9" creationId="{341F6FEA-7582-0B50-2306-A40CF78CB4D5}"/>
          </ac:picMkLst>
        </pc:picChg>
        <pc:cxnChg chg="add mod">
          <ac:chgData name="PAPASIDERO Jessica (SAFRAN AIRCRAFT ENGINES)" userId="9d363211-6040-4e18-baff-eca4aeb448fb" providerId="ADAL" clId="{7EFABB40-BF2C-4745-B439-1A018CE28C3B}" dt="2026-03-12T12:19:55.718" v="13032"/>
          <ac:cxnSpMkLst>
            <pc:docMk/>
            <pc:sldMk cId="3796022974" sldId="1390"/>
            <ac:cxnSpMk id="10" creationId="{56CCEF74-344D-12DC-C9CF-8FDF2F8C7B66}"/>
          </ac:cxnSpMkLst>
        </pc:cxnChg>
        <pc:cxnChg chg="del">
          <ac:chgData name="PAPASIDERO Jessica (SAFRAN AIRCRAFT ENGINES)" userId="9d363211-6040-4e18-baff-eca4aeb448fb" providerId="ADAL" clId="{7EFABB40-BF2C-4745-B439-1A018CE28C3B}" dt="2026-03-12T12:19:40.965" v="13029" actId="478"/>
          <ac:cxnSpMkLst>
            <pc:docMk/>
            <pc:sldMk cId="3796022974" sldId="1390"/>
            <ac:cxnSpMk id="80" creationId="{415063E7-C776-42AD-A458-32FB70B8636F}"/>
          </ac:cxnSpMkLst>
        </pc:cxnChg>
      </pc:sldChg>
      <pc:sldChg chg="addSp delSp modSp add del mod">
        <pc:chgData name="PAPASIDERO Jessica (SAFRAN AIRCRAFT ENGINES)" userId="9d363211-6040-4e18-baff-eca4aeb448fb" providerId="ADAL" clId="{7EFABB40-BF2C-4745-B439-1A018CE28C3B}" dt="2026-03-12T12:21:05.083" v="13111" actId="47"/>
        <pc:sldMkLst>
          <pc:docMk/>
          <pc:sldMk cId="4128526428" sldId="1391"/>
        </pc:sldMkLst>
        <pc:spChg chg="add mod">
          <ac:chgData name="PAPASIDERO Jessica (SAFRAN AIRCRAFT ENGINES)" userId="9d363211-6040-4e18-baff-eca4aeb448fb" providerId="ADAL" clId="{7EFABB40-BF2C-4745-B439-1A018CE28C3B}" dt="2026-03-11T14:28:23.111" v="12681"/>
          <ac:spMkLst>
            <pc:docMk/>
            <pc:sldMk cId="4128526428" sldId="1391"/>
            <ac:spMk id="2" creationId="{0B5A0E42-18A9-98D4-0C24-8883C632A1ED}"/>
          </ac:spMkLst>
        </pc:spChg>
        <pc:spChg chg="mod">
          <ac:chgData name="PAPASIDERO Jessica (SAFRAN AIRCRAFT ENGINES)" userId="9d363211-6040-4e18-baff-eca4aeb448fb" providerId="ADAL" clId="{7EFABB40-BF2C-4745-B439-1A018CE28C3B}" dt="2026-03-11T14:27:12.700" v="12622"/>
          <ac:spMkLst>
            <pc:docMk/>
            <pc:sldMk cId="4128526428" sldId="1391"/>
            <ac:spMk id="3" creationId="{237D5F22-6934-42C7-DB8B-78A2D800902F}"/>
          </ac:spMkLst>
        </pc:spChg>
        <pc:spChg chg="del">
          <ac:chgData name="PAPASIDERO Jessica (SAFRAN AIRCRAFT ENGINES)" userId="9d363211-6040-4e18-baff-eca4aeb448fb" providerId="ADAL" clId="{7EFABB40-BF2C-4745-B439-1A018CE28C3B}" dt="2026-03-11T14:28:22.953" v="12680" actId="478"/>
          <ac:spMkLst>
            <pc:docMk/>
            <pc:sldMk cId="4128526428" sldId="1391"/>
            <ac:spMk id="29" creationId="{6C178248-E877-974B-0F27-63363ADFCF5C}"/>
          </ac:spMkLst>
        </pc:spChg>
        <pc:spChg chg="mod">
          <ac:chgData name="PAPASIDERO Jessica (SAFRAN AIRCRAFT ENGINES)" userId="9d363211-6040-4e18-baff-eca4aeb448fb" providerId="ADAL" clId="{7EFABB40-BF2C-4745-B439-1A018CE28C3B}" dt="2026-03-11T14:26:49.240" v="12601" actId="20577"/>
          <ac:spMkLst>
            <pc:docMk/>
            <pc:sldMk cId="4128526428" sldId="1391"/>
            <ac:spMk id="87" creationId="{63DFD050-714F-6384-A99E-C21F4182A870}"/>
          </ac:spMkLst>
        </pc:spChg>
      </pc:sldChg>
      <pc:sldChg chg="addSp delSp modSp add mod">
        <pc:chgData name="PAPASIDERO Jessica (SAFRAN AIRCRAFT ENGINES)" userId="9d363211-6040-4e18-baff-eca4aeb448fb" providerId="ADAL" clId="{7EFABB40-BF2C-4745-B439-1A018CE28C3B}" dt="2026-03-11T14:31:46.321" v="12927" actId="478"/>
        <pc:sldMkLst>
          <pc:docMk/>
          <pc:sldMk cId="1687165908" sldId="1392"/>
        </pc:sldMkLst>
        <pc:spChg chg="add del mod">
          <ac:chgData name="PAPASIDERO Jessica (SAFRAN AIRCRAFT ENGINES)" userId="9d363211-6040-4e18-baff-eca4aeb448fb" providerId="ADAL" clId="{7EFABB40-BF2C-4745-B439-1A018CE28C3B}" dt="2026-03-11T14:31:46.321" v="12927" actId="478"/>
          <ac:spMkLst>
            <pc:docMk/>
            <pc:sldMk cId="1687165908" sldId="1392"/>
            <ac:spMk id="2" creationId="{6FAA8309-4943-09AD-0E47-4C320F8BC4FE}"/>
          </ac:spMkLst>
        </pc:spChg>
      </pc:sldChg>
      <pc:sldChg chg="modSp add mod">
        <pc:chgData name="PAPASIDERO Jessica (SAFRAN AIRCRAFT ENGINES)" userId="9d363211-6040-4e18-baff-eca4aeb448fb" providerId="ADAL" clId="{7EFABB40-BF2C-4745-B439-1A018CE28C3B}" dt="2026-03-11T14:41:42.906" v="13028" actId="20577"/>
        <pc:sldMkLst>
          <pc:docMk/>
          <pc:sldMk cId="3422493092" sldId="1393"/>
        </pc:sldMkLst>
        <pc:spChg chg="mod">
          <ac:chgData name="PAPASIDERO Jessica (SAFRAN AIRCRAFT ENGINES)" userId="9d363211-6040-4e18-baff-eca4aeb448fb" providerId="ADAL" clId="{7EFABB40-BF2C-4745-B439-1A018CE28C3B}" dt="2026-03-11T14:41:42.906" v="13028" actId="20577"/>
          <ac:spMkLst>
            <pc:docMk/>
            <pc:sldMk cId="3422493092" sldId="1393"/>
            <ac:spMk id="2" creationId="{7733E0EA-713A-1C14-A6AB-1DAFBDF4A26A}"/>
          </ac:spMkLst>
        </pc:spChg>
      </pc:sldChg>
      <pc:sldChg chg="add del">
        <pc:chgData name="PAPASIDERO Jessica (SAFRAN AIRCRAFT ENGINES)" userId="9d363211-6040-4e18-baff-eca4aeb448fb" providerId="ADAL" clId="{7EFABB40-BF2C-4745-B439-1A018CE28C3B}" dt="2026-03-12T12:19:45.707" v="13031"/>
        <pc:sldMkLst>
          <pc:docMk/>
          <pc:sldMk cId="1890613803" sldId="1394"/>
        </pc:sldMkLst>
      </pc:sldChg>
      <pc:sldChg chg="addSp delSp modSp add mod">
        <pc:chgData name="PAPASIDERO Jessica (SAFRAN AIRCRAFT ENGINES)" userId="9d363211-6040-4e18-baff-eca4aeb448fb" providerId="ADAL" clId="{7EFABB40-BF2C-4745-B439-1A018CE28C3B}" dt="2026-03-12T12:20:15.105" v="13062"/>
        <pc:sldMkLst>
          <pc:docMk/>
          <pc:sldMk cId="2563624682" sldId="1394"/>
        </pc:sldMkLst>
        <pc:spChg chg="add mod">
          <ac:chgData name="PAPASIDERO Jessica (SAFRAN AIRCRAFT ENGINES)" userId="9d363211-6040-4e18-baff-eca4aeb448fb" providerId="ADAL" clId="{7EFABB40-BF2C-4745-B439-1A018CE28C3B}" dt="2026-03-12T12:20:15.105" v="13062"/>
          <ac:spMkLst>
            <pc:docMk/>
            <pc:sldMk cId="2563624682" sldId="1394"/>
            <ac:spMk id="5" creationId="{80B0B43F-5B98-3EBF-1677-0B1C54E00A1F}"/>
          </ac:spMkLst>
        </pc:spChg>
        <pc:spChg chg="del">
          <ac:chgData name="PAPASIDERO Jessica (SAFRAN AIRCRAFT ENGINES)" userId="9d363211-6040-4e18-baff-eca4aeb448fb" providerId="ADAL" clId="{7EFABB40-BF2C-4745-B439-1A018CE28C3B}" dt="2026-03-12T12:20:14.874" v="13061" actId="478"/>
          <ac:spMkLst>
            <pc:docMk/>
            <pc:sldMk cId="2563624682" sldId="1394"/>
            <ac:spMk id="29" creationId="{6C178248-E877-974B-0F27-63363ADFCF5C}"/>
          </ac:spMkLst>
        </pc:spChg>
        <pc:spChg chg="mod">
          <ac:chgData name="PAPASIDERO Jessica (SAFRAN AIRCRAFT ENGINES)" userId="9d363211-6040-4e18-baff-eca4aeb448fb" providerId="ADAL" clId="{7EFABB40-BF2C-4745-B439-1A018CE28C3B}" dt="2026-03-12T12:20:09.717" v="13060" actId="20577"/>
          <ac:spMkLst>
            <pc:docMk/>
            <pc:sldMk cId="2563624682" sldId="1394"/>
            <ac:spMk id="87" creationId="{63DFD050-714F-6384-A99E-C21F4182A870}"/>
          </ac:spMkLst>
        </pc:spChg>
      </pc:sldChg>
      <pc:sldChg chg="addSp delSp modSp add mod">
        <pc:chgData name="PAPASIDERO Jessica (SAFRAN AIRCRAFT ENGINES)" userId="9d363211-6040-4e18-baff-eca4aeb448fb" providerId="ADAL" clId="{7EFABB40-BF2C-4745-B439-1A018CE28C3B}" dt="2026-03-12T15:22:34.632" v="14864" actId="478"/>
        <pc:sldMkLst>
          <pc:docMk/>
          <pc:sldMk cId="993617299" sldId="1395"/>
        </pc:sldMkLst>
        <pc:spChg chg="del mod">
          <ac:chgData name="PAPASIDERO Jessica (SAFRAN AIRCRAFT ENGINES)" userId="9d363211-6040-4e18-baff-eca4aeb448fb" providerId="ADAL" clId="{7EFABB40-BF2C-4745-B439-1A018CE28C3B}" dt="2026-03-12T15:22:34.632" v="14864" actId="478"/>
          <ac:spMkLst>
            <pc:docMk/>
            <pc:sldMk cId="993617299" sldId="1395"/>
            <ac:spMk id="2" creationId="{7DE33526-CBD3-BBA3-30CE-3979348877D9}"/>
          </ac:spMkLst>
        </pc:spChg>
        <pc:spChg chg="del">
          <ac:chgData name="PAPASIDERO Jessica (SAFRAN AIRCRAFT ENGINES)" userId="9d363211-6040-4e18-baff-eca4aeb448fb" providerId="ADAL" clId="{7EFABB40-BF2C-4745-B439-1A018CE28C3B}" dt="2026-03-12T15:22:31.260" v="14862" actId="478"/>
          <ac:spMkLst>
            <pc:docMk/>
            <pc:sldMk cId="993617299" sldId="1395"/>
            <ac:spMk id="5" creationId="{DEB7D04A-F721-2B42-3696-42404DAC65B2}"/>
          </ac:spMkLst>
        </pc:spChg>
        <pc:spChg chg="add mod">
          <ac:chgData name="PAPASIDERO Jessica (SAFRAN AIRCRAFT ENGINES)" userId="9d363211-6040-4e18-baff-eca4aeb448fb" providerId="ADAL" clId="{7EFABB40-BF2C-4745-B439-1A018CE28C3B}" dt="2026-03-12T12:20:32.467" v="13080"/>
          <ac:spMkLst>
            <pc:docMk/>
            <pc:sldMk cId="993617299" sldId="1395"/>
            <ac:spMk id="6" creationId="{40CBC2CB-FFD3-35B4-3813-BFD36F57F192}"/>
          </ac:spMkLst>
        </pc:spChg>
        <pc:spChg chg="mod">
          <ac:chgData name="PAPASIDERO Jessica (SAFRAN AIRCRAFT ENGINES)" userId="9d363211-6040-4e18-baff-eca4aeb448fb" providerId="ADAL" clId="{7EFABB40-BF2C-4745-B439-1A018CE28C3B}" dt="2026-03-12T12:20:27.724" v="13078" actId="20577"/>
          <ac:spMkLst>
            <pc:docMk/>
            <pc:sldMk cId="993617299" sldId="1395"/>
            <ac:spMk id="87" creationId="{63DFD050-714F-6384-A99E-C21F4182A870}"/>
          </ac:spMkLst>
        </pc:spChg>
        <pc:spChg chg="del">
          <ac:chgData name="PAPASIDERO Jessica (SAFRAN AIRCRAFT ENGINES)" userId="9d363211-6040-4e18-baff-eca4aeb448fb" providerId="ADAL" clId="{7EFABB40-BF2C-4745-B439-1A018CE28C3B}" dt="2026-03-12T12:20:32.236" v="13079" actId="478"/>
          <ac:spMkLst>
            <pc:docMk/>
            <pc:sldMk cId="993617299" sldId="1395"/>
            <ac:spMk id="106" creationId="{5AFD8FBD-2821-A737-6551-B01DD07AB6C8}"/>
          </ac:spMkLst>
        </pc:spChg>
      </pc:sldChg>
      <pc:sldChg chg="delSp modSp add mod">
        <pc:chgData name="PAPASIDERO Jessica (SAFRAN AIRCRAFT ENGINES)" userId="9d363211-6040-4e18-baff-eca4aeb448fb" providerId="ADAL" clId="{7EFABB40-BF2C-4745-B439-1A018CE28C3B}" dt="2026-03-12T13:58:35.188" v="14309" actId="20577"/>
        <pc:sldMkLst>
          <pc:docMk/>
          <pc:sldMk cId="1384408325" sldId="1396"/>
        </pc:sldMkLst>
        <pc:spChg chg="mod">
          <ac:chgData name="PAPASIDERO Jessica (SAFRAN AIRCRAFT ENGINES)" userId="9d363211-6040-4e18-baff-eca4aeb448fb" providerId="ADAL" clId="{7EFABB40-BF2C-4745-B439-1A018CE28C3B}" dt="2026-03-12T13:58:35.188" v="14309" actId="20577"/>
          <ac:spMkLst>
            <pc:docMk/>
            <pc:sldMk cId="1384408325" sldId="1396"/>
            <ac:spMk id="3" creationId="{F62AD627-A4D7-118A-436D-1C58395DFF16}"/>
          </ac:spMkLst>
        </pc:spChg>
        <pc:spChg chg="del">
          <ac:chgData name="PAPASIDERO Jessica (SAFRAN AIRCRAFT ENGINES)" userId="9d363211-6040-4e18-baff-eca4aeb448fb" providerId="ADAL" clId="{7EFABB40-BF2C-4745-B439-1A018CE28C3B}" dt="2026-03-12T13:52:35.367" v="13153" actId="478"/>
          <ac:spMkLst>
            <pc:docMk/>
            <pc:sldMk cId="1384408325" sldId="1396"/>
            <ac:spMk id="27" creationId="{DD5F0553-6A51-0801-707D-96FE417CCC8C}"/>
          </ac:spMkLst>
        </pc:spChg>
        <pc:graphicFrameChg chg="modGraphic">
          <ac:chgData name="PAPASIDERO Jessica (SAFRAN AIRCRAFT ENGINES)" userId="9d363211-6040-4e18-baff-eca4aeb448fb" providerId="ADAL" clId="{7EFABB40-BF2C-4745-B439-1A018CE28C3B}" dt="2026-03-12T13:46:23.059" v="13150" actId="20577"/>
          <ac:graphicFrameMkLst>
            <pc:docMk/>
            <pc:sldMk cId="1384408325" sldId="1396"/>
            <ac:graphicFrameMk id="18" creationId="{887441F6-0B35-5371-7F5C-903C6F717606}"/>
          </ac:graphicFrameMkLst>
        </pc:graphicFrameChg>
      </pc:sldChg>
      <pc:sldChg chg="delSp modSp add mod">
        <pc:chgData name="PAPASIDERO Jessica (SAFRAN AIRCRAFT ENGINES)" userId="9d363211-6040-4e18-baff-eca4aeb448fb" providerId="ADAL" clId="{7EFABB40-BF2C-4745-B439-1A018CE28C3B}" dt="2026-03-12T15:22:02.334" v="14850" actId="20577"/>
        <pc:sldMkLst>
          <pc:docMk/>
          <pc:sldMk cId="3189596532" sldId="1397"/>
        </pc:sldMkLst>
        <pc:spChg chg="mod">
          <ac:chgData name="PAPASIDERO Jessica (SAFRAN AIRCRAFT ENGINES)" userId="9d363211-6040-4e18-baff-eca4aeb448fb" providerId="ADAL" clId="{7EFABB40-BF2C-4745-B439-1A018CE28C3B}" dt="2026-03-12T13:52:53.776" v="13188" actId="13926"/>
          <ac:spMkLst>
            <pc:docMk/>
            <pc:sldMk cId="3189596532" sldId="1397"/>
            <ac:spMk id="3" creationId="{B8D097B6-C8B9-496E-80E7-B0307FDB6293}"/>
          </ac:spMkLst>
        </pc:spChg>
        <pc:spChg chg="del">
          <ac:chgData name="PAPASIDERO Jessica (SAFRAN AIRCRAFT ENGINES)" userId="9d363211-6040-4e18-baff-eca4aeb448fb" providerId="ADAL" clId="{7EFABB40-BF2C-4745-B439-1A018CE28C3B}" dt="2026-03-12T13:57:11.100" v="13861" actId="478"/>
          <ac:spMkLst>
            <pc:docMk/>
            <pc:sldMk cId="3189596532" sldId="1397"/>
            <ac:spMk id="6" creationId="{6A2D0FD1-1820-1279-5FFE-3E107BA4C9F6}"/>
          </ac:spMkLst>
        </pc:spChg>
        <pc:spChg chg="del">
          <ac:chgData name="PAPASIDERO Jessica (SAFRAN AIRCRAFT ENGINES)" userId="9d363211-6040-4e18-baff-eca4aeb448fb" providerId="ADAL" clId="{7EFABB40-BF2C-4745-B439-1A018CE28C3B}" dt="2026-03-12T13:57:06.143" v="13860" actId="478"/>
          <ac:spMkLst>
            <pc:docMk/>
            <pc:sldMk cId="3189596532" sldId="1397"/>
            <ac:spMk id="8" creationId="{607B09B9-9B8D-058B-32EA-BC8B79558977}"/>
          </ac:spMkLst>
        </pc:spChg>
        <pc:spChg chg="del">
          <ac:chgData name="PAPASIDERO Jessica (SAFRAN AIRCRAFT ENGINES)" userId="9d363211-6040-4e18-baff-eca4aeb448fb" providerId="ADAL" clId="{7EFABB40-BF2C-4745-B439-1A018CE28C3B}" dt="2026-03-12T13:57:11.100" v="13861" actId="478"/>
          <ac:spMkLst>
            <pc:docMk/>
            <pc:sldMk cId="3189596532" sldId="1397"/>
            <ac:spMk id="11" creationId="{2B2456B7-D1B9-A875-9C1D-E8BF2BE9F035}"/>
          </ac:spMkLst>
        </pc:spChg>
        <pc:spChg chg="del">
          <ac:chgData name="PAPASIDERO Jessica (SAFRAN AIRCRAFT ENGINES)" userId="9d363211-6040-4e18-baff-eca4aeb448fb" providerId="ADAL" clId="{7EFABB40-BF2C-4745-B439-1A018CE28C3B}" dt="2026-03-12T13:57:11.100" v="13861" actId="478"/>
          <ac:spMkLst>
            <pc:docMk/>
            <pc:sldMk cId="3189596532" sldId="1397"/>
            <ac:spMk id="15" creationId="{1A96707E-CA25-2525-5FDF-2BD10C69CDFC}"/>
          </ac:spMkLst>
        </pc:spChg>
        <pc:spChg chg="del">
          <ac:chgData name="PAPASIDERO Jessica (SAFRAN AIRCRAFT ENGINES)" userId="9d363211-6040-4e18-baff-eca4aeb448fb" providerId="ADAL" clId="{7EFABB40-BF2C-4745-B439-1A018CE28C3B}" dt="2026-03-12T13:57:11.100" v="13861" actId="478"/>
          <ac:spMkLst>
            <pc:docMk/>
            <pc:sldMk cId="3189596532" sldId="1397"/>
            <ac:spMk id="20" creationId="{BF5A0D9F-176F-C90C-EE64-BBD158C72747}"/>
          </ac:spMkLst>
        </pc:spChg>
        <pc:spChg chg="del">
          <ac:chgData name="PAPASIDERO Jessica (SAFRAN AIRCRAFT ENGINES)" userId="9d363211-6040-4e18-baff-eca4aeb448fb" providerId="ADAL" clId="{7EFABB40-BF2C-4745-B439-1A018CE28C3B}" dt="2026-03-12T13:57:06.143" v="13860" actId="478"/>
          <ac:spMkLst>
            <pc:docMk/>
            <pc:sldMk cId="3189596532" sldId="1397"/>
            <ac:spMk id="21" creationId="{D8F2DC6C-E531-3952-3F42-63EC002B563E}"/>
          </ac:spMkLst>
        </pc:spChg>
        <pc:spChg chg="del">
          <ac:chgData name="PAPASIDERO Jessica (SAFRAN AIRCRAFT ENGINES)" userId="9d363211-6040-4e18-baff-eca4aeb448fb" providerId="ADAL" clId="{7EFABB40-BF2C-4745-B439-1A018CE28C3B}" dt="2026-03-12T13:52:32.703" v="13152" actId="478"/>
          <ac:spMkLst>
            <pc:docMk/>
            <pc:sldMk cId="3189596532" sldId="1397"/>
            <ac:spMk id="27" creationId="{AA141BE2-AB7B-575F-4A5B-D33F73B5288F}"/>
          </ac:spMkLst>
        </pc:spChg>
        <pc:graphicFrameChg chg="modGraphic">
          <ac:chgData name="PAPASIDERO Jessica (SAFRAN AIRCRAFT ENGINES)" userId="9d363211-6040-4e18-baff-eca4aeb448fb" providerId="ADAL" clId="{7EFABB40-BF2C-4745-B439-1A018CE28C3B}" dt="2026-03-12T13:54:22.562" v="13466" actId="20577"/>
          <ac:graphicFrameMkLst>
            <pc:docMk/>
            <pc:sldMk cId="3189596532" sldId="1397"/>
            <ac:graphicFrameMk id="12" creationId="{E369D837-CA42-100F-61FE-114A9318CCF0}"/>
          </ac:graphicFrameMkLst>
        </pc:graphicFrameChg>
        <pc:graphicFrameChg chg="mod modGraphic">
          <ac:chgData name="PAPASIDERO Jessica (SAFRAN AIRCRAFT ENGINES)" userId="9d363211-6040-4e18-baff-eca4aeb448fb" providerId="ADAL" clId="{7EFABB40-BF2C-4745-B439-1A018CE28C3B}" dt="2026-03-12T15:22:02.334" v="14850" actId="20577"/>
          <ac:graphicFrameMkLst>
            <pc:docMk/>
            <pc:sldMk cId="3189596532" sldId="1397"/>
            <ac:graphicFrameMk id="18" creationId="{B812590E-C285-C02D-EEE2-0CD453B974C7}"/>
          </ac:graphicFrameMkLst>
        </pc:graphicFrameChg>
      </pc:sldChg>
      <pc:sldChg chg="delSp modSp add mod">
        <pc:chgData name="PAPASIDERO Jessica (SAFRAN AIRCRAFT ENGINES)" userId="9d363211-6040-4e18-baff-eca4aeb448fb" providerId="ADAL" clId="{7EFABB40-BF2C-4745-B439-1A018CE28C3B}" dt="2026-03-12T15:23:19.858" v="14952" actId="20577"/>
        <pc:sldMkLst>
          <pc:docMk/>
          <pc:sldMk cId="2659695242" sldId="1398"/>
        </pc:sldMkLst>
        <pc:spChg chg="mod">
          <ac:chgData name="PAPASIDERO Jessica (SAFRAN AIRCRAFT ENGINES)" userId="9d363211-6040-4e18-baff-eca4aeb448fb" providerId="ADAL" clId="{7EFABB40-BF2C-4745-B439-1A018CE28C3B}" dt="2026-03-12T15:23:19.858" v="14952" actId="20577"/>
          <ac:spMkLst>
            <pc:docMk/>
            <pc:sldMk cId="2659695242" sldId="1398"/>
            <ac:spMk id="3" creationId="{D4C056E3-5094-2871-1862-B2437925A18C}"/>
          </ac:spMkLst>
        </pc:spChg>
        <pc:spChg chg="del">
          <ac:chgData name="PAPASIDERO Jessica (SAFRAN AIRCRAFT ENGINES)" userId="9d363211-6040-4e18-baff-eca4aeb448fb" providerId="ADAL" clId="{7EFABB40-BF2C-4745-B439-1A018CE28C3B}" dt="2026-03-12T15:18:01.327" v="14779" actId="478"/>
          <ac:spMkLst>
            <pc:docMk/>
            <pc:sldMk cId="2659695242" sldId="1398"/>
            <ac:spMk id="4" creationId="{0339FDFA-63A3-2C4C-EF09-F65934F09206}"/>
          </ac:spMkLst>
        </pc:spChg>
        <pc:picChg chg="del">
          <ac:chgData name="PAPASIDERO Jessica (SAFRAN AIRCRAFT ENGINES)" userId="9d363211-6040-4e18-baff-eca4aeb448fb" providerId="ADAL" clId="{7EFABB40-BF2C-4745-B439-1A018CE28C3B}" dt="2026-03-12T15:18:01.327" v="14779" actId="478"/>
          <ac:picMkLst>
            <pc:docMk/>
            <pc:sldMk cId="2659695242" sldId="1398"/>
            <ac:picMk id="5" creationId="{5DE4E7F3-20E0-784A-820D-FA6BBE5B8DD3}"/>
          </ac:picMkLst>
        </pc:picChg>
      </pc:sldChg>
      <pc:sldChg chg="add">
        <pc:chgData name="PAPASIDERO Jessica (SAFRAN AIRCRAFT ENGINES)" userId="9d363211-6040-4e18-baff-eca4aeb448fb" providerId="ADAL" clId="{7EFABB40-BF2C-4745-B439-1A018CE28C3B}" dt="2026-03-12T15:26:31.728" v="14954"/>
        <pc:sldMkLst>
          <pc:docMk/>
          <pc:sldMk cId="159016751" sldId="1399"/>
        </pc:sldMkLst>
      </pc:sldChg>
      <pc:sldChg chg="add del">
        <pc:chgData name="PAPASIDERO Jessica (SAFRAN AIRCRAFT ENGINES)" userId="9d363211-6040-4e18-baff-eca4aeb448fb" providerId="ADAL" clId="{7EFABB40-BF2C-4745-B439-1A018CE28C3B}" dt="2026-03-12T15:17:58.590" v="14778" actId="47"/>
        <pc:sldMkLst>
          <pc:docMk/>
          <pc:sldMk cId="2392772021" sldId="1399"/>
        </pc:sldMkLst>
      </pc:sldChg>
      <pc:sldMasterChg chg="delSldLayout">
        <pc:chgData name="PAPASIDERO Jessica (SAFRAN AIRCRAFT ENGINES)" userId="9d363211-6040-4e18-baff-eca4aeb448fb" providerId="ADAL" clId="{7EFABB40-BF2C-4745-B439-1A018CE28C3B}" dt="2026-03-11T14:23:30.240" v="12458" actId="47"/>
        <pc:sldMasterMkLst>
          <pc:docMk/>
          <pc:sldMasterMk cId="1070203996" sldId="2147483660"/>
        </pc:sldMasterMkLst>
        <pc:sldLayoutChg chg="del">
          <pc:chgData name="PAPASIDERO Jessica (SAFRAN AIRCRAFT ENGINES)" userId="9d363211-6040-4e18-baff-eca4aeb448fb" providerId="ADAL" clId="{7EFABB40-BF2C-4745-B439-1A018CE28C3B}" dt="2026-03-11T14:23:30.240" v="12458" actId="47"/>
          <pc:sldLayoutMkLst>
            <pc:docMk/>
            <pc:sldMasterMk cId="1070203996" sldId="2147483660"/>
            <pc:sldLayoutMk cId="1882699157" sldId="2147483714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B7D99B70-9FC1-51FA-DCF9-D299CEE0E78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" y="2"/>
            <a:ext cx="4301543" cy="717254"/>
          </a:xfrm>
          <a:prstGeom prst="rect">
            <a:avLst/>
          </a:prstGeom>
        </p:spPr>
        <p:txBody>
          <a:bodyPr vert="horz" lIns="133620" tIns="66810" rIns="133620" bIns="66810" rtlCol="0"/>
          <a:lstStyle>
            <a:lvl1pPr algn="l">
              <a:defRPr sz="17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7A3680D-BAB1-0310-C532-0A6F50E111E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800" y="2"/>
            <a:ext cx="4301543" cy="717254"/>
          </a:xfrm>
          <a:prstGeom prst="rect">
            <a:avLst/>
          </a:prstGeom>
        </p:spPr>
        <p:txBody>
          <a:bodyPr vert="horz" lIns="133620" tIns="66810" rIns="133620" bIns="66810" rtlCol="0"/>
          <a:lstStyle>
            <a:lvl1pPr algn="r">
              <a:defRPr sz="1700"/>
            </a:lvl1pPr>
          </a:lstStyle>
          <a:p>
            <a:fld id="{15BF6E2A-684C-4150-930B-CA1D9928D367}" type="datetimeFigureOut">
              <a:rPr lang="fr-FR" smtClean="0"/>
              <a:t>12/05/2026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8F4A1F9-4197-A153-8A68-361160B8003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" y="13578188"/>
            <a:ext cx="4301543" cy="717253"/>
          </a:xfrm>
          <a:prstGeom prst="rect">
            <a:avLst/>
          </a:prstGeom>
        </p:spPr>
        <p:txBody>
          <a:bodyPr vert="horz" lIns="133620" tIns="66810" rIns="133620" bIns="66810" rtlCol="0" anchor="b"/>
          <a:lstStyle>
            <a:lvl1pPr algn="l">
              <a:defRPr sz="17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5839E68-D0C0-942A-36DB-3A5530F2072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800" y="13578188"/>
            <a:ext cx="4301543" cy="717253"/>
          </a:xfrm>
          <a:prstGeom prst="rect">
            <a:avLst/>
          </a:prstGeom>
        </p:spPr>
        <p:txBody>
          <a:bodyPr vert="horz" lIns="133620" tIns="66810" rIns="133620" bIns="66810" rtlCol="0" anchor="b"/>
          <a:lstStyle>
            <a:lvl1pPr algn="r">
              <a:defRPr sz="1700"/>
            </a:lvl1pPr>
          </a:lstStyle>
          <a:p>
            <a:fld id="{B0C4D4CC-83DC-495E-87F6-664AA30C211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8588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5" y="4"/>
            <a:ext cx="4301543" cy="717254"/>
          </a:xfrm>
          <a:prstGeom prst="rect">
            <a:avLst/>
          </a:prstGeom>
        </p:spPr>
        <p:txBody>
          <a:bodyPr vert="horz" lIns="133620" tIns="66810" rIns="133620" bIns="66810" rtlCol="0"/>
          <a:lstStyle>
            <a:lvl1pPr algn="l">
              <a:defRPr sz="17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622802" y="4"/>
            <a:ext cx="4301543" cy="717254"/>
          </a:xfrm>
          <a:prstGeom prst="rect">
            <a:avLst/>
          </a:prstGeom>
        </p:spPr>
        <p:txBody>
          <a:bodyPr vert="horz" lIns="133620" tIns="66810" rIns="133620" bIns="66810" rtlCol="0"/>
          <a:lstStyle>
            <a:lvl1pPr algn="r">
              <a:defRPr sz="1700"/>
            </a:lvl1pPr>
          </a:lstStyle>
          <a:p>
            <a:fld id="{5632301F-33B5-40C9-85D3-2B2B6B419586}" type="datetimeFigureOut">
              <a:rPr lang="fr-FR" smtClean="0"/>
              <a:t>12/05/2026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69925" y="1784350"/>
            <a:ext cx="8586788" cy="48291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33620" tIns="66810" rIns="133620" bIns="6681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92665" y="6879681"/>
            <a:ext cx="7941310" cy="5628828"/>
          </a:xfrm>
          <a:prstGeom prst="rect">
            <a:avLst/>
          </a:prstGeom>
        </p:spPr>
        <p:txBody>
          <a:bodyPr vert="horz" lIns="133620" tIns="66810" rIns="133620" bIns="6681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5" y="13578189"/>
            <a:ext cx="4301543" cy="717253"/>
          </a:xfrm>
          <a:prstGeom prst="rect">
            <a:avLst/>
          </a:prstGeom>
        </p:spPr>
        <p:txBody>
          <a:bodyPr vert="horz" lIns="133620" tIns="66810" rIns="133620" bIns="66810" rtlCol="0" anchor="b"/>
          <a:lstStyle>
            <a:lvl1pPr algn="l">
              <a:defRPr sz="17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622802" y="13578189"/>
            <a:ext cx="4301543" cy="717253"/>
          </a:xfrm>
          <a:prstGeom prst="rect">
            <a:avLst/>
          </a:prstGeom>
        </p:spPr>
        <p:txBody>
          <a:bodyPr vert="horz" lIns="133620" tIns="66810" rIns="133620" bIns="66810" rtlCol="0" anchor="b"/>
          <a:lstStyle>
            <a:lvl1pPr algn="r">
              <a:defRPr sz="1700"/>
            </a:lvl1pPr>
          </a:lstStyle>
          <a:p>
            <a:fld id="{95E1B50E-7E8F-429F-B426-330AB99C6F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7915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B77B2-8E4B-8252-489B-073DB0644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5028C6A-E782-AA83-45F1-FDAF42DE4A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1432-2CAF-890E-7D04-D09DBC2E2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4FAA4E6-F050-1D57-1B0E-603CECFCF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185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02B6B-E2A8-A344-12E2-CCFB73D90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DC80595-9A95-389E-5789-9AA8BBB7F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4EBD392-6ED0-6076-22F8-7D487A881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73D26E-84B9-E9F3-FD26-01E2FB263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08856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21999-9E37-5DCE-99D6-204078830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0F8A4FD-AF53-3719-D581-E558038FF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6F0F6B9-BC8B-B782-929F-F12FB1FA9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B00AC0D-D19F-6D3E-05A3-32EB3A64F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46119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B9C1-01F8-75B9-72E9-4184C1D0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34BE69-EC20-D634-4536-80FF17135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385EB31-E488-5E6D-800B-2A01B0BA4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958B667-AD15-EC7A-ABF0-0179498081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38892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63A3A-3FDD-E225-E7EE-01D280384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D878A1C-F218-DC95-796D-8071E10C6D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337AF25-7069-99BE-945C-71B8FCAEE7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C8ABE7-5254-6388-FE02-7E9F59AE5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030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68128-074D-2B60-1ABF-C00450D66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D88A6B5-CC2C-87CB-FCCA-01DCB7EF3C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119754F-E6EC-0D20-7F28-E3A4E0DCD9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69AC8D-9BFA-2495-2179-FE103B7970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13079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F708F-D58A-6D14-1CCE-AE8D10A4A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6B8D2EC-0EEE-2924-CB70-553570396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99E1167-9CAB-9206-B593-C8E006552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C5BF467-3A52-F508-7405-C28E0C8415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9629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4EB87-968F-7493-7CDD-516C107D4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77004D6-3413-505D-7C16-8E13C356F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8EAA64B-D806-8F58-BCE9-3FFCBE2B8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000" i="1" u="sng"/>
              <a:t>Pour chaque population </a:t>
            </a:r>
            <a:r>
              <a:rPr lang="fr-FR" sz="1000" i="1"/>
              <a:t>:</a:t>
            </a:r>
          </a:p>
          <a:p>
            <a:pPr marL="0" indent="0">
              <a:buNone/>
            </a:pPr>
            <a:r>
              <a:rPr lang="fr-FR" sz="1000" i="1"/>
              <a:t>Copier-coller le </a:t>
            </a:r>
            <a:r>
              <a:rPr lang="fr-FR" sz="1000" i="1" err="1"/>
              <a:t>template</a:t>
            </a:r>
            <a:r>
              <a:rPr lang="fr-FR" sz="1000" i="1"/>
              <a:t>  </a:t>
            </a:r>
            <a:r>
              <a:rPr lang="fr-FR" sz="1000" b="1" i="1">
                <a:solidFill>
                  <a:srgbClr val="FF0000"/>
                </a:solidFill>
              </a:rPr>
              <a:t>(</a:t>
            </a:r>
            <a:r>
              <a:rPr lang="fr-FR" sz="1000" b="1" i="1" u="sng">
                <a:solidFill>
                  <a:srgbClr val="FF0000"/>
                </a:solidFill>
              </a:rPr>
              <a:t>NE PAS LE MODIFIER</a:t>
            </a:r>
            <a:r>
              <a:rPr lang="fr-FR" sz="1000" b="1" i="1">
                <a:solidFill>
                  <a:srgbClr val="FF0000"/>
                </a:solidFill>
              </a:rPr>
              <a:t>). </a:t>
            </a:r>
            <a:r>
              <a:rPr lang="fr-FR" sz="1000" b="0" i="1">
                <a:solidFill>
                  <a:srgbClr val="FF0000"/>
                </a:solidFill>
              </a:rPr>
              <a:t>Renseigner la population dans le titre</a:t>
            </a:r>
          </a:p>
          <a:p>
            <a:pPr marL="228600" indent="-228600">
              <a:buAutoNum type="arabicParenR"/>
            </a:pPr>
            <a:r>
              <a:rPr lang="fr-FR" sz="1000" i="1"/>
              <a:t>Positionner les gommettes sur le radar OMOC pour estimer les impacts (</a:t>
            </a:r>
            <a:r>
              <a:rPr lang="fr-FR" sz="1000" i="1" err="1"/>
              <a:t>cf</a:t>
            </a:r>
            <a:r>
              <a:rPr lang="fr-FR" sz="1000" i="1"/>
              <a:t> légende cotation OMOC). En parallèle, expliciter les changements concrets à venir selon les axes.</a:t>
            </a:r>
          </a:p>
          <a:p>
            <a:pPr marL="228600" indent="-228600">
              <a:buAutoNum type="arabicParenR"/>
            </a:pPr>
            <a:r>
              <a:rPr lang="fr-FR" sz="1000" i="1"/>
              <a:t>Caractériser la population vis-à-vis de ses </a:t>
            </a:r>
            <a:r>
              <a:rPr lang="fr-FR" sz="1000" i="1" u="sng"/>
              <a:t>moteurs</a:t>
            </a:r>
            <a:r>
              <a:rPr lang="fr-FR" sz="1000" i="1"/>
              <a:t> et </a:t>
            </a:r>
            <a:r>
              <a:rPr lang="fr-FR" sz="1000" i="1" u="sng"/>
              <a:t>freins</a:t>
            </a:r>
            <a:r>
              <a:rPr lang="fr-FR" sz="1000" i="1"/>
              <a:t> au changement. Identifier la </a:t>
            </a:r>
            <a:r>
              <a:rPr lang="fr-FR" sz="1000" i="1" u="sng"/>
              <a:t>criticité</a:t>
            </a:r>
            <a:r>
              <a:rPr lang="fr-FR" sz="1000" i="1"/>
              <a:t> de non-engagement de cette population pour le changement.</a:t>
            </a:r>
          </a:p>
          <a:p>
            <a:pPr marL="228600" indent="-228600">
              <a:buAutoNum type="arabicParenR"/>
            </a:pPr>
            <a:r>
              <a:rPr lang="fr-FR" sz="1000" i="1"/>
              <a:t>A partir de la caractérisation réalisée, identifier les </a:t>
            </a:r>
            <a:r>
              <a:rPr lang="fr-FR" sz="1000" i="1" u="sng"/>
              <a:t>ressorts du changement </a:t>
            </a:r>
            <a:r>
              <a:rPr lang="fr-FR" sz="1000" i="1"/>
              <a:t>les plus pertinents. Les décliner en actions </a:t>
            </a:r>
            <a:r>
              <a:rPr lang="fr-FR" sz="1000" i="1" u="sng"/>
              <a:t>concrètes</a:t>
            </a:r>
            <a:r>
              <a:rPr lang="fr-FR" sz="1000" i="1"/>
              <a:t>.</a:t>
            </a:r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68328A-9B1E-4383-335F-F501A1C64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283908-A2F8-410C-BBF4-66AF6EABD9CC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6183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6" Type="http://schemas.microsoft.com/office/2007/relationships/hdphoto" Target="../media/hdphoto1.wdp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 [compagny]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76AB278-C52C-1715-7042-D709A6BCC19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>
                  <a:alpha val="4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2B910FF-E094-4686-2C72-ECC4EA3E63DA}"/>
              </a:ext>
            </a:extLst>
          </p:cNvPr>
          <p:cNvSpPr>
            <a:spLocks/>
          </p:cNvSpPr>
          <p:nvPr/>
        </p:nvSpPr>
        <p:spPr>
          <a:xfrm>
            <a:off x="114298" y="5641978"/>
            <a:ext cx="11896728" cy="704847"/>
          </a:xfrm>
          <a:custGeom>
            <a:avLst/>
            <a:gdLst>
              <a:gd name="connsiteX0" fmla="*/ 5809477 w 11575605"/>
              <a:gd name="connsiteY0" fmla="*/ 4 h 1720849"/>
              <a:gd name="connsiteX1" fmla="*/ 11575605 w 11575605"/>
              <a:gd name="connsiteY1" fmla="*/ 609764 h 1720849"/>
              <a:gd name="connsiteX2" fmla="*/ 9609772 w 11575605"/>
              <a:gd name="connsiteY2" fmla="*/ 1720849 h 1720849"/>
              <a:gd name="connsiteX3" fmla="*/ 1970511 w 11575605"/>
              <a:gd name="connsiteY3" fmla="*/ 1720849 h 1720849"/>
              <a:gd name="connsiteX4" fmla="*/ 0 w 11575605"/>
              <a:gd name="connsiteY4" fmla="*/ 626760 h 1720849"/>
              <a:gd name="connsiteX5" fmla="*/ 5809477 w 11575605"/>
              <a:gd name="connsiteY5" fmla="*/ 4 h 1720849"/>
              <a:gd name="connsiteX0" fmla="*/ 1970511 w 11575605"/>
              <a:gd name="connsiteY0" fmla="*/ 1720849 h 1812289"/>
              <a:gd name="connsiteX1" fmla="*/ 0 w 11575605"/>
              <a:gd name="connsiteY1" fmla="*/ 626760 h 1812289"/>
              <a:gd name="connsiteX2" fmla="*/ 5809477 w 11575605"/>
              <a:gd name="connsiteY2" fmla="*/ 4 h 1812289"/>
              <a:gd name="connsiteX3" fmla="*/ 11575605 w 11575605"/>
              <a:gd name="connsiteY3" fmla="*/ 609764 h 1812289"/>
              <a:gd name="connsiteX4" fmla="*/ 9609772 w 11575605"/>
              <a:gd name="connsiteY4" fmla="*/ 1720849 h 1812289"/>
              <a:gd name="connsiteX5" fmla="*/ 2061951 w 11575605"/>
              <a:gd name="connsiteY5" fmla="*/ 1812289 h 1812289"/>
              <a:gd name="connsiteX0" fmla="*/ 1970511 w 11575605"/>
              <a:gd name="connsiteY0" fmla="*/ 1720849 h 1720849"/>
              <a:gd name="connsiteX1" fmla="*/ 0 w 11575605"/>
              <a:gd name="connsiteY1" fmla="*/ 626760 h 1720849"/>
              <a:gd name="connsiteX2" fmla="*/ 5809477 w 11575605"/>
              <a:gd name="connsiteY2" fmla="*/ 4 h 1720849"/>
              <a:gd name="connsiteX3" fmla="*/ 11575605 w 11575605"/>
              <a:gd name="connsiteY3" fmla="*/ 609764 h 1720849"/>
              <a:gd name="connsiteX4" fmla="*/ 9609772 w 11575605"/>
              <a:gd name="connsiteY4" fmla="*/ 1720849 h 1720849"/>
              <a:gd name="connsiteX0" fmla="*/ 0 w 11575605"/>
              <a:gd name="connsiteY0" fmla="*/ 626760 h 1720849"/>
              <a:gd name="connsiteX1" fmla="*/ 5809477 w 11575605"/>
              <a:gd name="connsiteY1" fmla="*/ 4 h 1720849"/>
              <a:gd name="connsiteX2" fmla="*/ 11575605 w 11575605"/>
              <a:gd name="connsiteY2" fmla="*/ 609764 h 1720849"/>
              <a:gd name="connsiteX3" fmla="*/ 9609772 w 11575605"/>
              <a:gd name="connsiteY3" fmla="*/ 1720849 h 1720849"/>
              <a:gd name="connsiteX0" fmla="*/ 0 w 11575605"/>
              <a:gd name="connsiteY0" fmla="*/ 626760 h 626760"/>
              <a:gd name="connsiteX1" fmla="*/ 5809477 w 11575605"/>
              <a:gd name="connsiteY1" fmla="*/ 4 h 626760"/>
              <a:gd name="connsiteX2" fmla="*/ 11575605 w 11575605"/>
              <a:gd name="connsiteY2" fmla="*/ 609764 h 626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75605" h="626760">
                <a:moveTo>
                  <a:pt x="0" y="626760"/>
                </a:moveTo>
                <a:cubicBezTo>
                  <a:pt x="1728228" y="218748"/>
                  <a:pt x="3746287" y="1030"/>
                  <a:pt x="5809477" y="4"/>
                </a:cubicBezTo>
                <a:cubicBezTo>
                  <a:pt x="7853204" y="-1012"/>
                  <a:pt x="9854683" y="210641"/>
                  <a:pt x="11575605" y="609764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8DBE0E-AB59-532F-921C-C32E407024DA}"/>
              </a:ext>
            </a:extLst>
          </p:cNvPr>
          <p:cNvSpPr>
            <a:spLocks/>
          </p:cNvSpPr>
          <p:nvPr/>
        </p:nvSpPr>
        <p:spPr>
          <a:xfrm>
            <a:off x="-1" y="6305550"/>
            <a:ext cx="12125325" cy="5524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4ECD80C-6428-9B24-0E4D-E16CEFEF9586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27F99F8-D484-9ED0-AB73-63E7832E56B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B54E7B5-5347-6EE0-4463-0AA0438A4F65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39C4B8A8-E5AA-27B3-5275-1330321475E6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32951F63-2036-5AD9-EB99-B39DBC85679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FCF20F-6543-BBEC-2FC2-CE5713EF8ED6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pic>
        <p:nvPicPr>
          <p:cNvPr id="18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6E5B9C86-6503-DDE8-7B8B-7563CB69C0D6}"/>
              </a:ext>
            </a:extLst>
          </p:cNvPr>
          <p:cNvPicPr>
            <a:picLocks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7E2018C9-6FAF-66A0-FC77-17202EE7E6E4}"/>
              </a:ext>
            </a:extLst>
          </p:cNvPr>
          <p:cNvSpPr/>
          <p:nvPr/>
        </p:nvSpPr>
        <p:spPr>
          <a:xfrm>
            <a:off x="114300" y="5308759"/>
            <a:ext cx="235744" cy="1066800"/>
          </a:xfrm>
          <a:custGeom>
            <a:avLst/>
            <a:gdLst>
              <a:gd name="connsiteX0" fmla="*/ 0 w 260984"/>
              <a:gd name="connsiteY0" fmla="*/ 0 h 1066800"/>
              <a:gd name="connsiteX1" fmla="*/ 100013 w 260984"/>
              <a:gd name="connsiteY1" fmla="*/ 0 h 1066800"/>
              <a:gd name="connsiteX2" fmla="*/ 100013 w 260984"/>
              <a:gd name="connsiteY2" fmla="*/ 826544 h 1066800"/>
              <a:gd name="connsiteX3" fmla="*/ 249782 w 260984"/>
              <a:gd name="connsiteY3" fmla="*/ 976313 h 1066800"/>
              <a:gd name="connsiteX4" fmla="*/ 260984 w 260984"/>
              <a:gd name="connsiteY4" fmla="*/ 976313 h 1066800"/>
              <a:gd name="connsiteX5" fmla="*/ 260984 w 260984"/>
              <a:gd name="connsiteY5" fmla="*/ 1066800 h 1066800"/>
              <a:gd name="connsiteX6" fmla="*/ 0 w 260984"/>
              <a:gd name="connsiteY6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0984" h="1066800">
                <a:moveTo>
                  <a:pt x="0" y="0"/>
                </a:moveTo>
                <a:lnTo>
                  <a:pt x="100013" y="0"/>
                </a:lnTo>
                <a:lnTo>
                  <a:pt x="100013" y="826544"/>
                </a:lnTo>
                <a:cubicBezTo>
                  <a:pt x="100013" y="909259"/>
                  <a:pt x="167067" y="976313"/>
                  <a:pt x="249782" y="976313"/>
                </a:cubicBezTo>
                <a:lnTo>
                  <a:pt x="260984" y="976313"/>
                </a:lnTo>
                <a:lnTo>
                  <a:pt x="260984" y="1066800"/>
                </a:lnTo>
                <a:lnTo>
                  <a:pt x="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BE7C1234-9BF8-54F2-967C-B0C1E9558626}"/>
              </a:ext>
            </a:extLst>
          </p:cNvPr>
          <p:cNvSpPr/>
          <p:nvPr/>
        </p:nvSpPr>
        <p:spPr>
          <a:xfrm flipH="1">
            <a:off x="11842756" y="5308759"/>
            <a:ext cx="235744" cy="1066800"/>
          </a:xfrm>
          <a:custGeom>
            <a:avLst/>
            <a:gdLst>
              <a:gd name="connsiteX0" fmla="*/ 0 w 260984"/>
              <a:gd name="connsiteY0" fmla="*/ 0 h 1066800"/>
              <a:gd name="connsiteX1" fmla="*/ 100013 w 260984"/>
              <a:gd name="connsiteY1" fmla="*/ 0 h 1066800"/>
              <a:gd name="connsiteX2" fmla="*/ 100013 w 260984"/>
              <a:gd name="connsiteY2" fmla="*/ 826544 h 1066800"/>
              <a:gd name="connsiteX3" fmla="*/ 249782 w 260984"/>
              <a:gd name="connsiteY3" fmla="*/ 976313 h 1066800"/>
              <a:gd name="connsiteX4" fmla="*/ 260984 w 260984"/>
              <a:gd name="connsiteY4" fmla="*/ 976313 h 1066800"/>
              <a:gd name="connsiteX5" fmla="*/ 260984 w 260984"/>
              <a:gd name="connsiteY5" fmla="*/ 1066800 h 1066800"/>
              <a:gd name="connsiteX6" fmla="*/ 0 w 260984"/>
              <a:gd name="connsiteY6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0984" h="1066800">
                <a:moveTo>
                  <a:pt x="0" y="0"/>
                </a:moveTo>
                <a:lnTo>
                  <a:pt x="100013" y="0"/>
                </a:lnTo>
                <a:lnTo>
                  <a:pt x="100013" y="826544"/>
                </a:lnTo>
                <a:cubicBezTo>
                  <a:pt x="100013" y="909259"/>
                  <a:pt x="167067" y="976313"/>
                  <a:pt x="249782" y="976313"/>
                </a:cubicBezTo>
                <a:lnTo>
                  <a:pt x="260984" y="976313"/>
                </a:lnTo>
                <a:lnTo>
                  <a:pt x="260984" y="1066800"/>
                </a:lnTo>
                <a:lnTo>
                  <a:pt x="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C209199B-CC1B-78B3-9646-EFADA779D08B}"/>
              </a:ext>
            </a:extLst>
          </p:cNvPr>
          <p:cNvSpPr/>
          <p:nvPr/>
        </p:nvSpPr>
        <p:spPr>
          <a:xfrm>
            <a:off x="0" y="-3175"/>
            <a:ext cx="12192000" cy="6858000"/>
          </a:xfrm>
          <a:custGeom>
            <a:avLst/>
            <a:gdLst>
              <a:gd name="connsiteX0" fmla="*/ 342070 w 12192000"/>
              <a:gd name="connsiteY0" fmla="*/ 219075 h 6858000"/>
              <a:gd name="connsiteX1" fmla="*/ 203200 w 12192000"/>
              <a:gd name="connsiteY1" fmla="*/ 357945 h 6858000"/>
              <a:gd name="connsiteX2" fmla="*/ 203200 w 12192000"/>
              <a:gd name="connsiteY2" fmla="*/ 6506405 h 6858000"/>
              <a:gd name="connsiteX3" fmla="*/ 342070 w 12192000"/>
              <a:gd name="connsiteY3" fmla="*/ 6645275 h 6858000"/>
              <a:gd name="connsiteX4" fmla="*/ 11837230 w 12192000"/>
              <a:gd name="connsiteY4" fmla="*/ 6645275 h 6858000"/>
              <a:gd name="connsiteX5" fmla="*/ 11976100 w 12192000"/>
              <a:gd name="connsiteY5" fmla="*/ 6506405 h 6858000"/>
              <a:gd name="connsiteX6" fmla="*/ 11976100 w 12192000"/>
              <a:gd name="connsiteY6" fmla="*/ 357945 h 6858000"/>
              <a:gd name="connsiteX7" fmla="*/ 11837230 w 12192000"/>
              <a:gd name="connsiteY7" fmla="*/ 219075 h 6858000"/>
              <a:gd name="connsiteX8" fmla="*/ 0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0 w 1219200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6858000">
                <a:moveTo>
                  <a:pt x="342070" y="219075"/>
                </a:moveTo>
                <a:cubicBezTo>
                  <a:pt x="265374" y="219075"/>
                  <a:pt x="203200" y="281249"/>
                  <a:pt x="203200" y="357945"/>
                </a:cubicBezTo>
                <a:lnTo>
                  <a:pt x="203200" y="6506405"/>
                </a:lnTo>
                <a:cubicBezTo>
                  <a:pt x="203200" y="6583101"/>
                  <a:pt x="265374" y="6645275"/>
                  <a:pt x="342070" y="6645275"/>
                </a:cubicBezTo>
                <a:lnTo>
                  <a:pt x="11837230" y="6645275"/>
                </a:lnTo>
                <a:cubicBezTo>
                  <a:pt x="11913926" y="6645275"/>
                  <a:pt x="11976100" y="6583101"/>
                  <a:pt x="11976100" y="6506405"/>
                </a:cubicBezTo>
                <a:lnTo>
                  <a:pt x="11976100" y="357945"/>
                </a:lnTo>
                <a:cubicBezTo>
                  <a:pt x="11976100" y="281249"/>
                  <a:pt x="11913926" y="219075"/>
                  <a:pt x="11837230" y="21907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pic>
        <p:nvPicPr>
          <p:cNvPr id="43" name="Graphique 42">
            <a:extLst>
              <a:ext uri="{FF2B5EF4-FFF2-40B4-BE49-F238E27FC236}">
                <a16:creationId xmlns:a16="http://schemas.microsoft.com/office/drawing/2014/main" id="{01D6153B-97A1-3966-D1C0-E44A64B7E6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431"/>
          <a:stretch>
            <a:fillRect/>
          </a:stretch>
        </p:blipFill>
        <p:spPr>
          <a:xfrm>
            <a:off x="4624388" y="10800"/>
            <a:ext cx="2319739" cy="507998"/>
          </a:xfrm>
          <a:custGeom>
            <a:avLst/>
            <a:gdLst>
              <a:gd name="connsiteX0" fmla="*/ 0 w 2409825"/>
              <a:gd name="connsiteY0" fmla="*/ 0 h 550069"/>
              <a:gd name="connsiteX1" fmla="*/ 2409825 w 2409825"/>
              <a:gd name="connsiteY1" fmla="*/ 0 h 550069"/>
              <a:gd name="connsiteX2" fmla="*/ 2409825 w 2409825"/>
              <a:gd name="connsiteY2" fmla="*/ 550069 h 550069"/>
              <a:gd name="connsiteX3" fmla="*/ 0 w 2409825"/>
              <a:gd name="connsiteY3" fmla="*/ 550069 h 550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9825" h="550069">
                <a:moveTo>
                  <a:pt x="0" y="0"/>
                </a:moveTo>
                <a:lnTo>
                  <a:pt x="2409825" y="0"/>
                </a:lnTo>
                <a:lnTo>
                  <a:pt x="2409825" y="550069"/>
                </a:lnTo>
                <a:lnTo>
                  <a:pt x="0" y="550069"/>
                </a:lnTo>
                <a:close/>
              </a:path>
            </a:pathLst>
          </a:custGeom>
        </p:spPr>
      </p:pic>
      <p:pic>
        <p:nvPicPr>
          <p:cNvPr id="41" name="Graphique 40">
            <a:extLst>
              <a:ext uri="{FF2B5EF4-FFF2-40B4-BE49-F238E27FC236}">
                <a16:creationId xmlns:a16="http://schemas.microsoft.com/office/drawing/2014/main" id="{9C23CE86-6A84-5E52-BA3F-9DD1F6DBB4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431"/>
          <a:stretch>
            <a:fillRect/>
          </a:stretch>
        </p:blipFill>
        <p:spPr>
          <a:xfrm flipH="1">
            <a:off x="5247875" y="10800"/>
            <a:ext cx="2319739" cy="507997"/>
          </a:xfrm>
          <a:custGeom>
            <a:avLst/>
            <a:gdLst>
              <a:gd name="connsiteX0" fmla="*/ 2409825 w 2409825"/>
              <a:gd name="connsiteY0" fmla="*/ 0 h 550068"/>
              <a:gd name="connsiteX1" fmla="*/ 0 w 2409825"/>
              <a:gd name="connsiteY1" fmla="*/ 0 h 550068"/>
              <a:gd name="connsiteX2" fmla="*/ 0 w 2409825"/>
              <a:gd name="connsiteY2" fmla="*/ 550068 h 550068"/>
              <a:gd name="connsiteX3" fmla="*/ 2409825 w 2409825"/>
              <a:gd name="connsiteY3" fmla="*/ 550068 h 550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9825" h="550068">
                <a:moveTo>
                  <a:pt x="2409825" y="0"/>
                </a:moveTo>
                <a:lnTo>
                  <a:pt x="0" y="0"/>
                </a:lnTo>
                <a:lnTo>
                  <a:pt x="0" y="550068"/>
                </a:lnTo>
                <a:lnTo>
                  <a:pt x="2409825" y="550068"/>
                </a:lnTo>
                <a:close/>
              </a:path>
            </a:pathLst>
          </a:custGeom>
        </p:spPr>
      </p:pic>
      <p:sp>
        <p:nvSpPr>
          <p:cNvPr id="39" name="Forme libre : forme 38">
            <a:extLst>
              <a:ext uri="{FF2B5EF4-FFF2-40B4-BE49-F238E27FC236}">
                <a16:creationId xmlns:a16="http://schemas.microsoft.com/office/drawing/2014/main" id="{6977CA17-93FC-6A5E-35AE-37F10844291B}"/>
              </a:ext>
            </a:extLst>
          </p:cNvPr>
          <p:cNvSpPr/>
          <p:nvPr/>
        </p:nvSpPr>
        <p:spPr>
          <a:xfrm rot="16200000" flipH="1">
            <a:off x="4460515" y="-324924"/>
            <a:ext cx="172967" cy="1066800"/>
          </a:xfrm>
          <a:custGeom>
            <a:avLst/>
            <a:gdLst>
              <a:gd name="connsiteX0" fmla="*/ 0 w 201215"/>
              <a:gd name="connsiteY0" fmla="*/ 0 h 1066800"/>
              <a:gd name="connsiteX1" fmla="*/ 0 w 201215"/>
              <a:gd name="connsiteY1" fmla="*/ 1066800 h 1066800"/>
              <a:gd name="connsiteX2" fmla="*/ 201215 w 201215"/>
              <a:gd name="connsiteY2" fmla="*/ 1066800 h 1066800"/>
              <a:gd name="connsiteX3" fmla="*/ 201215 w 201215"/>
              <a:gd name="connsiteY3" fmla="*/ 970857 h 1066800"/>
              <a:gd name="connsiteX4" fmla="*/ 172967 w 201215"/>
              <a:gd name="connsiteY4" fmla="*/ 964544 h 1066800"/>
              <a:gd name="connsiteX5" fmla="*/ 90341 w 201215"/>
              <a:gd name="connsiteY5" fmla="*/ 826544 h 1066800"/>
              <a:gd name="connsiteX6" fmla="*/ 90341 w 201215"/>
              <a:gd name="connsiteY6" fmla="*/ 0 h 1066800"/>
              <a:gd name="connsiteX0" fmla="*/ 201215 w 292655"/>
              <a:gd name="connsiteY0" fmla="*/ 1066800 h 1158240"/>
              <a:gd name="connsiteX1" fmla="*/ 201215 w 292655"/>
              <a:gd name="connsiteY1" fmla="*/ 970857 h 1158240"/>
              <a:gd name="connsiteX2" fmla="*/ 172967 w 292655"/>
              <a:gd name="connsiteY2" fmla="*/ 964544 h 1158240"/>
              <a:gd name="connsiteX3" fmla="*/ 90341 w 292655"/>
              <a:gd name="connsiteY3" fmla="*/ 826544 h 1158240"/>
              <a:gd name="connsiteX4" fmla="*/ 90341 w 292655"/>
              <a:gd name="connsiteY4" fmla="*/ 0 h 1158240"/>
              <a:gd name="connsiteX5" fmla="*/ 0 w 292655"/>
              <a:gd name="connsiteY5" fmla="*/ 0 h 1158240"/>
              <a:gd name="connsiteX6" fmla="*/ 0 w 292655"/>
              <a:gd name="connsiteY6" fmla="*/ 1066800 h 1158240"/>
              <a:gd name="connsiteX7" fmla="*/ 292655 w 292655"/>
              <a:gd name="connsiteY7" fmla="*/ 1158240 h 1158240"/>
              <a:gd name="connsiteX0" fmla="*/ 201215 w 201215"/>
              <a:gd name="connsiteY0" fmla="*/ 1066800 h 1066800"/>
              <a:gd name="connsiteX1" fmla="*/ 201215 w 201215"/>
              <a:gd name="connsiteY1" fmla="*/ 970857 h 1066800"/>
              <a:gd name="connsiteX2" fmla="*/ 172967 w 201215"/>
              <a:gd name="connsiteY2" fmla="*/ 964544 h 1066800"/>
              <a:gd name="connsiteX3" fmla="*/ 90341 w 201215"/>
              <a:gd name="connsiteY3" fmla="*/ 826544 h 1066800"/>
              <a:gd name="connsiteX4" fmla="*/ 90341 w 201215"/>
              <a:gd name="connsiteY4" fmla="*/ 0 h 1066800"/>
              <a:gd name="connsiteX5" fmla="*/ 0 w 201215"/>
              <a:gd name="connsiteY5" fmla="*/ 0 h 1066800"/>
              <a:gd name="connsiteX6" fmla="*/ 0 w 201215"/>
              <a:gd name="connsiteY6" fmla="*/ 1066800 h 1066800"/>
              <a:gd name="connsiteX0" fmla="*/ 201215 w 201215"/>
              <a:gd name="connsiteY0" fmla="*/ 970857 h 1066800"/>
              <a:gd name="connsiteX1" fmla="*/ 172967 w 201215"/>
              <a:gd name="connsiteY1" fmla="*/ 964544 h 1066800"/>
              <a:gd name="connsiteX2" fmla="*/ 90341 w 201215"/>
              <a:gd name="connsiteY2" fmla="*/ 826544 h 1066800"/>
              <a:gd name="connsiteX3" fmla="*/ 90341 w 201215"/>
              <a:gd name="connsiteY3" fmla="*/ 0 h 1066800"/>
              <a:gd name="connsiteX4" fmla="*/ 0 w 201215"/>
              <a:gd name="connsiteY4" fmla="*/ 0 h 1066800"/>
              <a:gd name="connsiteX5" fmla="*/ 0 w 201215"/>
              <a:gd name="connsiteY5" fmla="*/ 1066800 h 1066800"/>
              <a:gd name="connsiteX0" fmla="*/ 172967 w 172967"/>
              <a:gd name="connsiteY0" fmla="*/ 964544 h 1066800"/>
              <a:gd name="connsiteX1" fmla="*/ 90341 w 172967"/>
              <a:gd name="connsiteY1" fmla="*/ 826544 h 1066800"/>
              <a:gd name="connsiteX2" fmla="*/ 90341 w 172967"/>
              <a:gd name="connsiteY2" fmla="*/ 0 h 1066800"/>
              <a:gd name="connsiteX3" fmla="*/ 0 w 172967"/>
              <a:gd name="connsiteY3" fmla="*/ 0 h 1066800"/>
              <a:gd name="connsiteX4" fmla="*/ 0 w 172967"/>
              <a:gd name="connsiteY4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967" h="1066800">
                <a:moveTo>
                  <a:pt x="172967" y="964544"/>
                </a:moveTo>
                <a:cubicBezTo>
                  <a:pt x="124411" y="941807"/>
                  <a:pt x="90341" y="888580"/>
                  <a:pt x="90341" y="826544"/>
                </a:cubicBezTo>
                <a:lnTo>
                  <a:pt x="90341" y="0"/>
                </a:lnTo>
                <a:lnTo>
                  <a:pt x="0" y="0"/>
                </a:lnTo>
                <a:lnTo>
                  <a:pt x="0" y="1066800"/>
                </a:ln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40" name="Forme libre : forme 39">
            <a:extLst>
              <a:ext uri="{FF2B5EF4-FFF2-40B4-BE49-F238E27FC236}">
                <a16:creationId xmlns:a16="http://schemas.microsoft.com/office/drawing/2014/main" id="{A3A2BBC2-501B-F0C1-42D1-4B9E5A5A7942}"/>
              </a:ext>
            </a:extLst>
          </p:cNvPr>
          <p:cNvSpPr/>
          <p:nvPr/>
        </p:nvSpPr>
        <p:spPr>
          <a:xfrm rot="5400000">
            <a:off x="7558525" y="-324924"/>
            <a:ext cx="172967" cy="1066800"/>
          </a:xfrm>
          <a:custGeom>
            <a:avLst/>
            <a:gdLst>
              <a:gd name="connsiteX0" fmla="*/ 0 w 201215"/>
              <a:gd name="connsiteY0" fmla="*/ 0 h 1066800"/>
              <a:gd name="connsiteX1" fmla="*/ 0 w 201215"/>
              <a:gd name="connsiteY1" fmla="*/ 1066800 h 1066800"/>
              <a:gd name="connsiteX2" fmla="*/ 201215 w 201215"/>
              <a:gd name="connsiteY2" fmla="*/ 1066800 h 1066800"/>
              <a:gd name="connsiteX3" fmla="*/ 201215 w 201215"/>
              <a:gd name="connsiteY3" fmla="*/ 970857 h 1066800"/>
              <a:gd name="connsiteX4" fmla="*/ 172967 w 201215"/>
              <a:gd name="connsiteY4" fmla="*/ 964544 h 1066800"/>
              <a:gd name="connsiteX5" fmla="*/ 90341 w 201215"/>
              <a:gd name="connsiteY5" fmla="*/ 826544 h 1066800"/>
              <a:gd name="connsiteX6" fmla="*/ 90341 w 201215"/>
              <a:gd name="connsiteY6" fmla="*/ 0 h 1066800"/>
              <a:gd name="connsiteX0" fmla="*/ 201215 w 292655"/>
              <a:gd name="connsiteY0" fmla="*/ 1066800 h 1158240"/>
              <a:gd name="connsiteX1" fmla="*/ 201215 w 292655"/>
              <a:gd name="connsiteY1" fmla="*/ 970857 h 1158240"/>
              <a:gd name="connsiteX2" fmla="*/ 172967 w 292655"/>
              <a:gd name="connsiteY2" fmla="*/ 964544 h 1158240"/>
              <a:gd name="connsiteX3" fmla="*/ 90341 w 292655"/>
              <a:gd name="connsiteY3" fmla="*/ 826544 h 1158240"/>
              <a:gd name="connsiteX4" fmla="*/ 90341 w 292655"/>
              <a:gd name="connsiteY4" fmla="*/ 0 h 1158240"/>
              <a:gd name="connsiteX5" fmla="*/ 0 w 292655"/>
              <a:gd name="connsiteY5" fmla="*/ 0 h 1158240"/>
              <a:gd name="connsiteX6" fmla="*/ 0 w 292655"/>
              <a:gd name="connsiteY6" fmla="*/ 1066800 h 1158240"/>
              <a:gd name="connsiteX7" fmla="*/ 292655 w 292655"/>
              <a:gd name="connsiteY7" fmla="*/ 1158240 h 1158240"/>
              <a:gd name="connsiteX0" fmla="*/ 201215 w 201215"/>
              <a:gd name="connsiteY0" fmla="*/ 1066800 h 1066800"/>
              <a:gd name="connsiteX1" fmla="*/ 201215 w 201215"/>
              <a:gd name="connsiteY1" fmla="*/ 970857 h 1066800"/>
              <a:gd name="connsiteX2" fmla="*/ 172967 w 201215"/>
              <a:gd name="connsiteY2" fmla="*/ 964544 h 1066800"/>
              <a:gd name="connsiteX3" fmla="*/ 90341 w 201215"/>
              <a:gd name="connsiteY3" fmla="*/ 826544 h 1066800"/>
              <a:gd name="connsiteX4" fmla="*/ 90341 w 201215"/>
              <a:gd name="connsiteY4" fmla="*/ 0 h 1066800"/>
              <a:gd name="connsiteX5" fmla="*/ 0 w 201215"/>
              <a:gd name="connsiteY5" fmla="*/ 0 h 1066800"/>
              <a:gd name="connsiteX6" fmla="*/ 0 w 201215"/>
              <a:gd name="connsiteY6" fmla="*/ 1066800 h 1066800"/>
              <a:gd name="connsiteX0" fmla="*/ 201215 w 201215"/>
              <a:gd name="connsiteY0" fmla="*/ 970857 h 1066800"/>
              <a:gd name="connsiteX1" fmla="*/ 172967 w 201215"/>
              <a:gd name="connsiteY1" fmla="*/ 964544 h 1066800"/>
              <a:gd name="connsiteX2" fmla="*/ 90341 w 201215"/>
              <a:gd name="connsiteY2" fmla="*/ 826544 h 1066800"/>
              <a:gd name="connsiteX3" fmla="*/ 90341 w 201215"/>
              <a:gd name="connsiteY3" fmla="*/ 0 h 1066800"/>
              <a:gd name="connsiteX4" fmla="*/ 0 w 201215"/>
              <a:gd name="connsiteY4" fmla="*/ 0 h 1066800"/>
              <a:gd name="connsiteX5" fmla="*/ 0 w 201215"/>
              <a:gd name="connsiteY5" fmla="*/ 1066800 h 1066800"/>
              <a:gd name="connsiteX0" fmla="*/ 172967 w 172967"/>
              <a:gd name="connsiteY0" fmla="*/ 964544 h 1066800"/>
              <a:gd name="connsiteX1" fmla="*/ 90341 w 172967"/>
              <a:gd name="connsiteY1" fmla="*/ 826544 h 1066800"/>
              <a:gd name="connsiteX2" fmla="*/ 90341 w 172967"/>
              <a:gd name="connsiteY2" fmla="*/ 0 h 1066800"/>
              <a:gd name="connsiteX3" fmla="*/ 0 w 172967"/>
              <a:gd name="connsiteY3" fmla="*/ 0 h 1066800"/>
              <a:gd name="connsiteX4" fmla="*/ 0 w 172967"/>
              <a:gd name="connsiteY4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967" h="1066800">
                <a:moveTo>
                  <a:pt x="172967" y="964544"/>
                </a:moveTo>
                <a:cubicBezTo>
                  <a:pt x="124411" y="941807"/>
                  <a:pt x="90341" y="888580"/>
                  <a:pt x="90341" y="826544"/>
                </a:cubicBezTo>
                <a:lnTo>
                  <a:pt x="90341" y="0"/>
                </a:lnTo>
                <a:lnTo>
                  <a:pt x="0" y="0"/>
                </a:lnTo>
                <a:lnTo>
                  <a:pt x="0" y="1066800"/>
                </a:ln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0C30FB9-677B-AA14-1466-60A25F2821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117" y="105443"/>
            <a:ext cx="2030144" cy="43285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7D31DAF-9EF6-240A-AA23-271303670F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68374" y="775464"/>
            <a:ext cx="7520400" cy="1890206"/>
          </a:xfrm>
          <a:prstGeom prst="roundRect">
            <a:avLst>
              <a:gd name="adj" fmla="val 687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97000"/>
                </a:schemeClr>
              </a:gs>
              <a:gs pos="100000">
                <a:schemeClr val="bg1">
                  <a:alpha val="55000"/>
                </a:schemeClr>
              </a:gs>
            </a:gsLst>
            <a:lin ang="4200000" scaled="0"/>
          </a:gradFill>
          <a:effectLst/>
        </p:spPr>
        <p:txBody>
          <a:bodyPr wrap="square" lIns="180000" tIns="252000" rIns="180000" bIns="648000" anchor="t">
            <a:spAutoFit/>
          </a:bodyPr>
          <a:lstStyle>
            <a:lvl1pPr algn="l">
              <a:lnSpc>
                <a:spcPct val="80000"/>
              </a:lnSpc>
              <a:defRPr sz="3700" cap="none" baseline="0">
                <a:solidFill>
                  <a:srgbClr val="112753"/>
                </a:solidFill>
                <a:effectLst/>
              </a:defRPr>
            </a:lvl1pPr>
          </a:lstStyle>
          <a:p>
            <a:r>
              <a:rPr lang="en-US"/>
              <a:t>Title of the</a:t>
            </a:r>
            <a:br>
              <a:rPr lang="en-US"/>
            </a:br>
            <a:r>
              <a:rPr lang="en-US"/>
              <a:t>presentation here</a:t>
            </a:r>
            <a:endParaRPr lang="en-GB"/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3B835E1F-2F6A-50AC-4120-8843C61089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7286" y="2051588"/>
            <a:ext cx="1880643" cy="492443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>
              <a:defRPr sz="2600">
                <a:solidFill>
                  <a:srgbClr val="112753"/>
                </a:solidFill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6987978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 no visual [compagny]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e 49">
            <a:extLst>
              <a:ext uri="{FF2B5EF4-FFF2-40B4-BE49-F238E27FC236}">
                <a16:creationId xmlns:a16="http://schemas.microsoft.com/office/drawing/2014/main" id="{14ECD80C-6428-9B24-0E4D-E16CEFEF9586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27F99F8-D484-9ED0-AB73-63E7832E56B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B54E7B5-5347-6EE0-4463-0AA0438A4F65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39C4B8A8-E5AA-27B3-5275-1330321475E6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32951F63-2036-5AD9-EB99-B39DBC85679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FCF20F-6543-BBEC-2FC2-CE5713EF8ED6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pic>
        <p:nvPicPr>
          <p:cNvPr id="18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6E5B9C86-6503-DDE8-7B8B-7563CB69C0D6}"/>
              </a:ext>
            </a:extLst>
          </p:cNvPr>
          <p:cNvPicPr>
            <a:picLocks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  <p:sp>
        <p:nvSpPr>
          <p:cNvPr id="28" name="Graphique 20">
            <a:extLst>
              <a:ext uri="{FF2B5EF4-FFF2-40B4-BE49-F238E27FC236}">
                <a16:creationId xmlns:a16="http://schemas.microsoft.com/office/drawing/2014/main" id="{E888F944-1054-0A87-B76D-10CF9D63E6BB}"/>
              </a:ext>
            </a:extLst>
          </p:cNvPr>
          <p:cNvSpPr/>
          <p:nvPr/>
        </p:nvSpPr>
        <p:spPr>
          <a:xfrm>
            <a:off x="209550" y="220562"/>
            <a:ext cx="11772900" cy="6070853"/>
          </a:xfrm>
          <a:custGeom>
            <a:avLst/>
            <a:gdLst>
              <a:gd name="connsiteX0" fmla="*/ 11634026 w 11772900"/>
              <a:gd name="connsiteY0" fmla="*/ 0 h 6070853"/>
              <a:gd name="connsiteX1" fmla="*/ 7090696 w 11772900"/>
              <a:gd name="connsiteY1" fmla="*/ 0 h 6070853"/>
              <a:gd name="connsiteX2" fmla="*/ 7040214 w 11772900"/>
              <a:gd name="connsiteY2" fmla="*/ 43529 h 6070853"/>
              <a:gd name="connsiteX3" fmla="*/ 6970110 w 11772900"/>
              <a:gd name="connsiteY3" fmla="*/ 243650 h 6070853"/>
              <a:gd name="connsiteX4" fmla="*/ 6900005 w 11772900"/>
              <a:gd name="connsiteY4" fmla="*/ 305943 h 6070853"/>
              <a:gd name="connsiteX5" fmla="*/ 4909090 w 11772900"/>
              <a:gd name="connsiteY5" fmla="*/ 305943 h 6070853"/>
              <a:gd name="connsiteX6" fmla="*/ 4839272 w 11772900"/>
              <a:gd name="connsiteY6" fmla="*/ 243650 h 6070853"/>
              <a:gd name="connsiteX7" fmla="*/ 4769454 w 11772900"/>
              <a:gd name="connsiteY7" fmla="*/ 43529 h 6070853"/>
              <a:gd name="connsiteX8" fmla="*/ 4719162 w 11772900"/>
              <a:gd name="connsiteY8" fmla="*/ 0 h 6070853"/>
              <a:gd name="connsiteX9" fmla="*/ 138875 w 11772900"/>
              <a:gd name="connsiteY9" fmla="*/ 0 h 6070853"/>
              <a:gd name="connsiteX10" fmla="*/ 0 w 11772900"/>
              <a:gd name="connsiteY10" fmla="*/ 138875 h 6070853"/>
              <a:gd name="connsiteX11" fmla="*/ 0 w 11772900"/>
              <a:gd name="connsiteY11" fmla="*/ 5086350 h 6070853"/>
              <a:gd name="connsiteX12" fmla="*/ 2381 w 11772900"/>
              <a:gd name="connsiteY12" fmla="*/ 5086350 h 6070853"/>
              <a:gd name="connsiteX13" fmla="*/ 2381 w 11772900"/>
              <a:gd name="connsiteY13" fmla="*/ 5912930 h 6070853"/>
              <a:gd name="connsiteX14" fmla="*/ 139065 w 11772900"/>
              <a:gd name="connsiteY14" fmla="*/ 6062663 h 6070853"/>
              <a:gd name="connsiteX15" fmla="*/ 149257 w 11772900"/>
              <a:gd name="connsiteY15" fmla="*/ 6062663 h 6070853"/>
              <a:gd name="connsiteX16" fmla="*/ 149257 w 11772900"/>
              <a:gd name="connsiteY16" fmla="*/ 6070854 h 6070853"/>
              <a:gd name="connsiteX17" fmla="*/ 5886546 w 11772900"/>
              <a:gd name="connsiteY17" fmla="*/ 5424488 h 6070853"/>
              <a:gd name="connsiteX18" fmla="*/ 11636407 w 11772900"/>
              <a:gd name="connsiteY18" fmla="*/ 6066854 h 6070853"/>
              <a:gd name="connsiteX19" fmla="*/ 11636407 w 11772900"/>
              <a:gd name="connsiteY19" fmla="*/ 6062663 h 6070853"/>
              <a:gd name="connsiteX20" fmla="*/ 11646598 w 11772900"/>
              <a:gd name="connsiteY20" fmla="*/ 6062663 h 6070853"/>
              <a:gd name="connsiteX21" fmla="*/ 11772900 w 11772900"/>
              <a:gd name="connsiteY21" fmla="*/ 5970080 h 6070853"/>
              <a:gd name="connsiteX22" fmla="*/ 11772900 w 11772900"/>
              <a:gd name="connsiteY22" fmla="*/ 138875 h 6070853"/>
              <a:gd name="connsiteX23" fmla="*/ 11634026 w 11772900"/>
              <a:gd name="connsiteY23" fmla="*/ 0 h 607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1772900" h="6070853">
                <a:moveTo>
                  <a:pt x="11634026" y="0"/>
                </a:moveTo>
                <a:lnTo>
                  <a:pt x="7090696" y="0"/>
                </a:lnTo>
                <a:cubicBezTo>
                  <a:pt x="7072122" y="7049"/>
                  <a:pt x="7048310" y="20288"/>
                  <a:pt x="7040214" y="43529"/>
                </a:cubicBezTo>
                <a:lnTo>
                  <a:pt x="6970110" y="243650"/>
                </a:lnTo>
                <a:cubicBezTo>
                  <a:pt x="6970110" y="243650"/>
                  <a:pt x="6946773" y="305943"/>
                  <a:pt x="6900005" y="305943"/>
                </a:cubicBezTo>
                <a:lnTo>
                  <a:pt x="4909090" y="305943"/>
                </a:lnTo>
                <a:cubicBezTo>
                  <a:pt x="4862513" y="305943"/>
                  <a:pt x="4839272" y="243650"/>
                  <a:pt x="4839272" y="243650"/>
                </a:cubicBezTo>
                <a:lnTo>
                  <a:pt x="4769454" y="43529"/>
                </a:lnTo>
                <a:cubicBezTo>
                  <a:pt x="4761357" y="20288"/>
                  <a:pt x="4737735" y="7049"/>
                  <a:pt x="4719162" y="0"/>
                </a:cubicBezTo>
                <a:lnTo>
                  <a:pt x="138875" y="0"/>
                </a:lnTo>
                <a:cubicBezTo>
                  <a:pt x="62198" y="0"/>
                  <a:pt x="0" y="62198"/>
                  <a:pt x="0" y="138875"/>
                </a:cubicBezTo>
                <a:lnTo>
                  <a:pt x="0" y="5086350"/>
                </a:lnTo>
                <a:lnTo>
                  <a:pt x="2381" y="5086350"/>
                </a:lnTo>
                <a:lnTo>
                  <a:pt x="2381" y="5912930"/>
                </a:lnTo>
                <a:cubicBezTo>
                  <a:pt x="2381" y="5995607"/>
                  <a:pt x="63532" y="6062663"/>
                  <a:pt x="139065" y="6062663"/>
                </a:cubicBezTo>
                <a:lnTo>
                  <a:pt x="149257" y="6062663"/>
                </a:lnTo>
                <a:lnTo>
                  <a:pt x="149257" y="6070854"/>
                </a:lnTo>
                <a:cubicBezTo>
                  <a:pt x="1872520" y="5649754"/>
                  <a:pt x="3858197" y="5425535"/>
                  <a:pt x="5886546" y="5424488"/>
                </a:cubicBezTo>
                <a:cubicBezTo>
                  <a:pt x="7917752" y="5423345"/>
                  <a:pt x="9907905" y="5646230"/>
                  <a:pt x="11636407" y="6066854"/>
                </a:cubicBezTo>
                <a:lnTo>
                  <a:pt x="11636407" y="6062663"/>
                </a:lnTo>
                <a:lnTo>
                  <a:pt x="11646598" y="6062663"/>
                </a:lnTo>
                <a:cubicBezTo>
                  <a:pt x="11703558" y="6062663"/>
                  <a:pt x="11752326" y="6024467"/>
                  <a:pt x="11772900" y="5970080"/>
                </a:cubicBezTo>
                <a:lnTo>
                  <a:pt x="11772900" y="138875"/>
                </a:lnTo>
                <a:cubicBezTo>
                  <a:pt x="11772900" y="62198"/>
                  <a:pt x="11710797" y="0"/>
                  <a:pt x="11634026" y="0"/>
                </a:cubicBezTo>
                <a:close/>
              </a:path>
            </a:pathLst>
          </a:custGeom>
          <a:noFill/>
          <a:ln w="12700" cap="flat">
            <a:solidFill>
              <a:srgbClr val="525668">
                <a:alpha val="64706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16D8D3E-E247-B825-4FFE-7E7FE37E2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117" y="105443"/>
            <a:ext cx="2030144" cy="43285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A7150A2-BDCD-7AB9-3B82-F78591480B5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68374" y="775464"/>
            <a:ext cx="7520400" cy="1890206"/>
          </a:xfrm>
          <a:prstGeom prst="roundRect">
            <a:avLst>
              <a:gd name="adj" fmla="val 6877"/>
            </a:avLst>
          </a:prstGeom>
          <a:noFill/>
          <a:effectLst/>
        </p:spPr>
        <p:txBody>
          <a:bodyPr wrap="square" lIns="180000" tIns="252000" rIns="180000" bIns="648000" anchor="t">
            <a:spAutoFit/>
          </a:bodyPr>
          <a:lstStyle>
            <a:lvl1pPr algn="l">
              <a:lnSpc>
                <a:spcPct val="80000"/>
              </a:lnSpc>
              <a:defRPr sz="3700" cap="none" baseline="0">
                <a:solidFill>
                  <a:srgbClr val="112753"/>
                </a:solidFill>
                <a:effectLst/>
              </a:defRPr>
            </a:lvl1pPr>
          </a:lstStyle>
          <a:p>
            <a:r>
              <a:rPr lang="en-US"/>
              <a:t>Title of the</a:t>
            </a:r>
            <a:br>
              <a:rPr lang="en-US"/>
            </a:br>
            <a:r>
              <a:rPr lang="en-US"/>
              <a:t>presentation here</a:t>
            </a:r>
            <a:endParaRPr lang="en-GB"/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9AC0B3F4-CA34-C44C-160D-DD3377B007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7286" y="2051588"/>
            <a:ext cx="1880643" cy="492443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>
              <a:defRPr sz="2600">
                <a:solidFill>
                  <a:srgbClr val="112753"/>
                </a:solidFill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09697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ver v2[compagny]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76AB278-C52C-1715-7042-D709A6BCC19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>
                  <a:alpha val="4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4ECD80C-6428-9B24-0E4D-E16CEFEF9586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27F99F8-D484-9ED0-AB73-63E7832E56B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B54E7B5-5347-6EE0-4463-0AA0438A4F65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39C4B8A8-E5AA-27B3-5275-1330321475E6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32951F63-2036-5AD9-EB99-B39DBC85679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FCF20F-6543-BBEC-2FC2-CE5713EF8ED6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pic>
        <p:nvPicPr>
          <p:cNvPr id="18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6E5B9C86-6503-DDE8-7B8B-7563CB69C0D6}"/>
              </a:ext>
            </a:extLst>
          </p:cNvPr>
          <p:cNvPicPr>
            <a:picLocks/>
          </p:cNvPicPr>
          <p:nvPr/>
        </p:nvPicPr>
        <p:blipFill>
          <a:blip r:embed="rId3" cstate="hq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  <p:pic>
        <p:nvPicPr>
          <p:cNvPr id="5" name="Graphique 4">
            <a:extLst>
              <a:ext uri="{FF2B5EF4-FFF2-40B4-BE49-F238E27FC236}">
                <a16:creationId xmlns:a16="http://schemas.microsoft.com/office/drawing/2014/main" id="{4A2EBE39-32D3-A9DB-6878-0B9556DCBD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927" r="1958"/>
          <a:stretch/>
        </p:blipFill>
        <p:spPr>
          <a:xfrm>
            <a:off x="431799" y="220562"/>
            <a:ext cx="11324771" cy="6096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845C6271-D4DB-6AFB-249F-F40525A10F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11117" y="105443"/>
            <a:ext cx="2030144" cy="432854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37B1456D-CC81-5083-2248-D51DD4E2F2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68374" y="775464"/>
            <a:ext cx="7520400" cy="1890206"/>
          </a:xfrm>
          <a:prstGeom prst="roundRect">
            <a:avLst>
              <a:gd name="adj" fmla="val 687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97000"/>
                </a:schemeClr>
              </a:gs>
              <a:gs pos="100000">
                <a:schemeClr val="bg1">
                  <a:alpha val="55000"/>
                </a:schemeClr>
              </a:gs>
            </a:gsLst>
            <a:lin ang="4200000" scaled="0"/>
          </a:gradFill>
          <a:effectLst/>
        </p:spPr>
        <p:txBody>
          <a:bodyPr wrap="square" lIns="180000" tIns="252000" rIns="180000" bIns="648000" anchor="t">
            <a:spAutoFit/>
          </a:bodyPr>
          <a:lstStyle>
            <a:lvl1pPr algn="l">
              <a:lnSpc>
                <a:spcPct val="80000"/>
              </a:lnSpc>
              <a:defRPr sz="3700" cap="none" baseline="0">
                <a:solidFill>
                  <a:srgbClr val="112753"/>
                </a:solidFill>
                <a:effectLst/>
              </a:defRPr>
            </a:lvl1pPr>
          </a:lstStyle>
          <a:p>
            <a:r>
              <a:rPr lang="en-US"/>
              <a:t>Title of the</a:t>
            </a:r>
            <a:br>
              <a:rPr lang="en-US"/>
            </a:br>
            <a:r>
              <a:rPr lang="en-US"/>
              <a:t>presentation here</a:t>
            </a:r>
            <a:endParaRPr lang="en-GB"/>
          </a:p>
        </p:txBody>
      </p:sp>
      <p:sp>
        <p:nvSpPr>
          <p:cNvPr id="7" name="Espace réservé de la date 3">
            <a:extLst>
              <a:ext uri="{FF2B5EF4-FFF2-40B4-BE49-F238E27FC236}">
                <a16:creationId xmlns:a16="http://schemas.microsoft.com/office/drawing/2014/main" id="{57A7439D-4679-B6C9-B926-CBBBB1F029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7286" y="2051588"/>
            <a:ext cx="1880643" cy="492443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>
              <a:defRPr sz="2600">
                <a:solidFill>
                  <a:srgbClr val="112753"/>
                </a:solidFill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054865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21524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32919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12020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97499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Démarche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  <p:pic>
        <p:nvPicPr>
          <p:cNvPr id="3" name="Image 2" descr="Une image contenant noir, obscurité&#10;&#10;Le contenu généré par l’IA peut être incorrect.">
            <a:extLst>
              <a:ext uri="{FF2B5EF4-FFF2-40B4-BE49-F238E27FC236}">
                <a16:creationId xmlns:a16="http://schemas.microsoft.com/office/drawing/2014/main" id="{B97F7B3A-0436-AEE6-92EE-0D78DA4B63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57"/>
          <a:stretch/>
        </p:blipFill>
        <p:spPr>
          <a:xfrm>
            <a:off x="2305051" y="95250"/>
            <a:ext cx="865979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72707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Points </a:t>
            </a:r>
            <a:r>
              <a:rPr lang="en-US" err="1"/>
              <a:t>d’attention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  <p:pic>
        <p:nvPicPr>
          <p:cNvPr id="3" name="Picture 2" descr="Images de Warning – Téléchargement gratuit sur Freepik">
            <a:extLst>
              <a:ext uri="{FF2B5EF4-FFF2-40B4-BE49-F238E27FC236}">
                <a16:creationId xmlns:a16="http://schemas.microsoft.com/office/drawing/2014/main" id="{5795B3F3-35EB-B8E3-AC2A-CC22ADE37F3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22942" y="104682"/>
            <a:ext cx="720000" cy="720000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400802285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err="1"/>
              <a:t>Résultats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  <p:pic>
        <p:nvPicPr>
          <p:cNvPr id="3" name="Espace réservé du contenu 4" descr="Une image contenant noir, obscurité&#10;&#10;Le contenu généré par l’IA peut être incorrect.">
            <a:extLst>
              <a:ext uri="{FF2B5EF4-FFF2-40B4-BE49-F238E27FC236}">
                <a16:creationId xmlns:a16="http://schemas.microsoft.com/office/drawing/2014/main" id="{BAAFCC56-F110-D9B6-53F5-854B27DBDB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825"/>
          <a:stretch/>
        </p:blipFill>
        <p:spPr>
          <a:xfrm>
            <a:off x="2273300" y="104682"/>
            <a:ext cx="84532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9499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805906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66464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06668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833878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1444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rgbClr val="122A57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983843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En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C7B4FC1-5F10-9CB1-7E39-0007F559DD5E}"/>
              </a:ext>
            </a:extLst>
          </p:cNvPr>
          <p:cNvSpPr/>
          <p:nvPr/>
        </p:nvSpPr>
        <p:spPr>
          <a:xfrm>
            <a:off x="308198" y="5670552"/>
            <a:ext cx="11575605" cy="626760"/>
          </a:xfrm>
          <a:custGeom>
            <a:avLst/>
            <a:gdLst>
              <a:gd name="connsiteX0" fmla="*/ 5809477 w 11575605"/>
              <a:gd name="connsiteY0" fmla="*/ 4 h 1720849"/>
              <a:gd name="connsiteX1" fmla="*/ 11575605 w 11575605"/>
              <a:gd name="connsiteY1" fmla="*/ 609764 h 1720849"/>
              <a:gd name="connsiteX2" fmla="*/ 9609772 w 11575605"/>
              <a:gd name="connsiteY2" fmla="*/ 1720849 h 1720849"/>
              <a:gd name="connsiteX3" fmla="*/ 1970511 w 11575605"/>
              <a:gd name="connsiteY3" fmla="*/ 1720849 h 1720849"/>
              <a:gd name="connsiteX4" fmla="*/ 0 w 11575605"/>
              <a:gd name="connsiteY4" fmla="*/ 626760 h 1720849"/>
              <a:gd name="connsiteX5" fmla="*/ 5809477 w 11575605"/>
              <a:gd name="connsiteY5" fmla="*/ 4 h 1720849"/>
              <a:gd name="connsiteX0" fmla="*/ 1970511 w 11575605"/>
              <a:gd name="connsiteY0" fmla="*/ 1720849 h 1812289"/>
              <a:gd name="connsiteX1" fmla="*/ 0 w 11575605"/>
              <a:gd name="connsiteY1" fmla="*/ 626760 h 1812289"/>
              <a:gd name="connsiteX2" fmla="*/ 5809477 w 11575605"/>
              <a:gd name="connsiteY2" fmla="*/ 4 h 1812289"/>
              <a:gd name="connsiteX3" fmla="*/ 11575605 w 11575605"/>
              <a:gd name="connsiteY3" fmla="*/ 609764 h 1812289"/>
              <a:gd name="connsiteX4" fmla="*/ 9609772 w 11575605"/>
              <a:gd name="connsiteY4" fmla="*/ 1720849 h 1812289"/>
              <a:gd name="connsiteX5" fmla="*/ 2061951 w 11575605"/>
              <a:gd name="connsiteY5" fmla="*/ 1812289 h 1812289"/>
              <a:gd name="connsiteX0" fmla="*/ 1970511 w 11575605"/>
              <a:gd name="connsiteY0" fmla="*/ 1720849 h 1720849"/>
              <a:gd name="connsiteX1" fmla="*/ 0 w 11575605"/>
              <a:gd name="connsiteY1" fmla="*/ 626760 h 1720849"/>
              <a:gd name="connsiteX2" fmla="*/ 5809477 w 11575605"/>
              <a:gd name="connsiteY2" fmla="*/ 4 h 1720849"/>
              <a:gd name="connsiteX3" fmla="*/ 11575605 w 11575605"/>
              <a:gd name="connsiteY3" fmla="*/ 609764 h 1720849"/>
              <a:gd name="connsiteX4" fmla="*/ 9609772 w 11575605"/>
              <a:gd name="connsiteY4" fmla="*/ 1720849 h 1720849"/>
              <a:gd name="connsiteX0" fmla="*/ 0 w 11575605"/>
              <a:gd name="connsiteY0" fmla="*/ 626760 h 1720849"/>
              <a:gd name="connsiteX1" fmla="*/ 5809477 w 11575605"/>
              <a:gd name="connsiteY1" fmla="*/ 4 h 1720849"/>
              <a:gd name="connsiteX2" fmla="*/ 11575605 w 11575605"/>
              <a:gd name="connsiteY2" fmla="*/ 609764 h 1720849"/>
              <a:gd name="connsiteX3" fmla="*/ 9609772 w 11575605"/>
              <a:gd name="connsiteY3" fmla="*/ 1720849 h 1720849"/>
              <a:gd name="connsiteX0" fmla="*/ 0 w 11575605"/>
              <a:gd name="connsiteY0" fmla="*/ 626760 h 626760"/>
              <a:gd name="connsiteX1" fmla="*/ 5809477 w 11575605"/>
              <a:gd name="connsiteY1" fmla="*/ 4 h 626760"/>
              <a:gd name="connsiteX2" fmla="*/ 11575605 w 11575605"/>
              <a:gd name="connsiteY2" fmla="*/ 609764 h 626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75605" h="626760">
                <a:moveTo>
                  <a:pt x="0" y="626760"/>
                </a:moveTo>
                <a:cubicBezTo>
                  <a:pt x="1728228" y="218748"/>
                  <a:pt x="3746287" y="1030"/>
                  <a:pt x="5809477" y="4"/>
                </a:cubicBezTo>
                <a:cubicBezTo>
                  <a:pt x="7853204" y="-1012"/>
                  <a:pt x="9854683" y="210641"/>
                  <a:pt x="11575605" y="609764"/>
                </a:cubicBezTo>
              </a:path>
            </a:pathLst>
          </a:cu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C3F1D64C-9BE7-9463-D7A2-D4DA86C77212}"/>
              </a:ext>
            </a:extLst>
          </p:cNvPr>
          <p:cNvGrpSpPr/>
          <p:nvPr/>
        </p:nvGrpSpPr>
        <p:grpSpPr>
          <a:xfrm>
            <a:off x="4615543" y="2458519"/>
            <a:ext cx="2960914" cy="1940962"/>
            <a:chOff x="861349" y="0"/>
            <a:chExt cx="10466695" cy="6861211"/>
          </a:xfrm>
          <a:solidFill>
            <a:schemeClr val="accent6"/>
          </a:solidFill>
        </p:grpSpPr>
        <p:grpSp>
          <p:nvGrpSpPr>
            <p:cNvPr id="10" name="Graphique 7">
              <a:extLst>
                <a:ext uri="{FF2B5EF4-FFF2-40B4-BE49-F238E27FC236}">
                  <a16:creationId xmlns:a16="http://schemas.microsoft.com/office/drawing/2014/main" id="{25593FCB-7F44-74C3-EA1E-CEB7F2F67530}"/>
                </a:ext>
              </a:extLst>
            </p:cNvPr>
            <p:cNvGrpSpPr/>
            <p:nvPr/>
          </p:nvGrpSpPr>
          <p:grpSpPr>
            <a:xfrm>
              <a:off x="861349" y="0"/>
              <a:ext cx="2835739" cy="3183067"/>
              <a:chOff x="861349" y="0"/>
              <a:chExt cx="2835739" cy="3183067"/>
            </a:xfrm>
            <a:grpFill/>
          </p:grpSpPr>
          <p:sp>
            <p:nvSpPr>
              <p:cNvPr id="11" name="Forme libre : forme 10">
                <a:extLst>
                  <a:ext uri="{FF2B5EF4-FFF2-40B4-BE49-F238E27FC236}">
                    <a16:creationId xmlns:a16="http://schemas.microsoft.com/office/drawing/2014/main" id="{F867BA74-350C-1350-7B15-EDD32886BA65}"/>
                  </a:ext>
                </a:extLst>
              </p:cNvPr>
              <p:cNvSpPr/>
              <p:nvPr/>
            </p:nvSpPr>
            <p:spPr>
              <a:xfrm>
                <a:off x="861349" y="41321"/>
                <a:ext cx="1331146" cy="3100336"/>
              </a:xfrm>
              <a:custGeom>
                <a:avLst/>
                <a:gdLst>
                  <a:gd name="connsiteX0" fmla="*/ 814366 w 1331146"/>
                  <a:gd name="connsiteY0" fmla="*/ 872268 h 3100336"/>
                  <a:gd name="connsiteX1" fmla="*/ 587010 w 1331146"/>
                  <a:gd name="connsiteY1" fmla="*/ 479539 h 3100336"/>
                  <a:gd name="connsiteX2" fmla="*/ 512614 w 1331146"/>
                  <a:gd name="connsiteY2" fmla="*/ 479539 h 3100336"/>
                  <a:gd name="connsiteX3" fmla="*/ 512614 w 1331146"/>
                  <a:gd name="connsiteY3" fmla="*/ 1430371 h 3100336"/>
                  <a:gd name="connsiteX4" fmla="*/ 587010 w 1331146"/>
                  <a:gd name="connsiteY4" fmla="*/ 1430371 h 3100336"/>
                  <a:gd name="connsiteX5" fmla="*/ 814366 w 1331146"/>
                  <a:gd name="connsiteY5" fmla="*/ 1037641 h 3100336"/>
                  <a:gd name="connsiteX6" fmla="*/ 814366 w 1331146"/>
                  <a:gd name="connsiteY6" fmla="*/ 872268 h 3100336"/>
                  <a:gd name="connsiteX7" fmla="*/ 1331146 w 1331146"/>
                  <a:gd name="connsiteY7" fmla="*/ 880515 h 3100336"/>
                  <a:gd name="connsiteX8" fmla="*/ 1331146 w 1331146"/>
                  <a:gd name="connsiteY8" fmla="*/ 1029308 h 3100336"/>
                  <a:gd name="connsiteX9" fmla="*/ 587097 w 1331146"/>
                  <a:gd name="connsiteY9" fmla="*/ 1905656 h 3100336"/>
                  <a:gd name="connsiteX10" fmla="*/ 512701 w 1331146"/>
                  <a:gd name="connsiteY10" fmla="*/ 1905656 h 3100336"/>
                  <a:gd name="connsiteX11" fmla="*/ 512701 w 1331146"/>
                  <a:gd name="connsiteY11" fmla="*/ 3100337 h 3100336"/>
                  <a:gd name="connsiteX12" fmla="*/ 0 w 1331146"/>
                  <a:gd name="connsiteY12" fmla="*/ 3100337 h 3100336"/>
                  <a:gd name="connsiteX13" fmla="*/ 0 w 1331146"/>
                  <a:gd name="connsiteY13" fmla="*/ 0 h 3100336"/>
                  <a:gd name="connsiteX14" fmla="*/ 587010 w 1331146"/>
                  <a:gd name="connsiteY14" fmla="*/ 0 h 3100336"/>
                  <a:gd name="connsiteX15" fmla="*/ 1331060 w 1331146"/>
                  <a:gd name="connsiteY15" fmla="*/ 880515 h 3100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31146" h="3100336">
                    <a:moveTo>
                      <a:pt x="814366" y="872268"/>
                    </a:moveTo>
                    <a:cubicBezTo>
                      <a:pt x="814366" y="549855"/>
                      <a:pt x="735803" y="479539"/>
                      <a:pt x="587010" y="479539"/>
                    </a:cubicBezTo>
                    <a:lnTo>
                      <a:pt x="512614" y="479539"/>
                    </a:lnTo>
                    <a:lnTo>
                      <a:pt x="512614" y="1430371"/>
                    </a:lnTo>
                    <a:lnTo>
                      <a:pt x="587010" y="1430371"/>
                    </a:lnTo>
                    <a:cubicBezTo>
                      <a:pt x="735803" y="1430371"/>
                      <a:pt x="814366" y="1360054"/>
                      <a:pt x="814366" y="1037641"/>
                    </a:cubicBezTo>
                    <a:lnTo>
                      <a:pt x="814366" y="872268"/>
                    </a:lnTo>
                    <a:close/>
                    <a:moveTo>
                      <a:pt x="1331146" y="880515"/>
                    </a:moveTo>
                    <a:lnTo>
                      <a:pt x="1331146" y="1029308"/>
                    </a:lnTo>
                    <a:cubicBezTo>
                      <a:pt x="1331146" y="1645312"/>
                      <a:pt x="1083130" y="1905656"/>
                      <a:pt x="587097" y="1905656"/>
                    </a:cubicBezTo>
                    <a:lnTo>
                      <a:pt x="512701" y="1905656"/>
                    </a:lnTo>
                    <a:lnTo>
                      <a:pt x="512701" y="3100337"/>
                    </a:lnTo>
                    <a:lnTo>
                      <a:pt x="0" y="3100337"/>
                    </a:lnTo>
                    <a:lnTo>
                      <a:pt x="0" y="0"/>
                    </a:lnTo>
                    <a:lnTo>
                      <a:pt x="587010" y="0"/>
                    </a:lnTo>
                    <a:cubicBezTo>
                      <a:pt x="1083043" y="0"/>
                      <a:pt x="1331060" y="260430"/>
                      <a:pt x="1331060" y="880515"/>
                    </a:cubicBezTo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2" name="Forme libre : forme 11">
                <a:extLst>
                  <a:ext uri="{FF2B5EF4-FFF2-40B4-BE49-F238E27FC236}">
                    <a16:creationId xmlns:a16="http://schemas.microsoft.com/office/drawing/2014/main" id="{331B8D34-9291-0919-40FE-ACD26FAA80F4}"/>
                  </a:ext>
                </a:extLst>
              </p:cNvPr>
              <p:cNvSpPr/>
              <p:nvPr/>
            </p:nvSpPr>
            <p:spPr>
              <a:xfrm>
                <a:off x="2353614" y="0"/>
                <a:ext cx="1343473" cy="3183067"/>
              </a:xfrm>
              <a:custGeom>
                <a:avLst/>
                <a:gdLst>
                  <a:gd name="connsiteX0" fmla="*/ 673820 w 1343473"/>
                  <a:gd name="connsiteY0" fmla="*/ 475372 h 3183067"/>
                  <a:gd name="connsiteX1" fmla="*/ 516694 w 1343473"/>
                  <a:gd name="connsiteY1" fmla="*/ 644912 h 3183067"/>
                  <a:gd name="connsiteX2" fmla="*/ 516694 w 1343473"/>
                  <a:gd name="connsiteY2" fmla="*/ 2538242 h 3183067"/>
                  <a:gd name="connsiteX3" fmla="*/ 673820 w 1343473"/>
                  <a:gd name="connsiteY3" fmla="*/ 2707782 h 3183067"/>
                  <a:gd name="connsiteX4" fmla="*/ 830860 w 1343473"/>
                  <a:gd name="connsiteY4" fmla="*/ 2538242 h 3183067"/>
                  <a:gd name="connsiteX5" fmla="*/ 830860 w 1343473"/>
                  <a:gd name="connsiteY5" fmla="*/ 644912 h 3183067"/>
                  <a:gd name="connsiteX6" fmla="*/ 673820 w 1343473"/>
                  <a:gd name="connsiteY6" fmla="*/ 475372 h 3183067"/>
                  <a:gd name="connsiteX7" fmla="*/ 1343474 w 1343473"/>
                  <a:gd name="connsiteY7" fmla="*/ 644912 h 3183067"/>
                  <a:gd name="connsiteX8" fmla="*/ 1343474 w 1343473"/>
                  <a:gd name="connsiteY8" fmla="*/ 2538242 h 3183067"/>
                  <a:gd name="connsiteX9" fmla="*/ 673820 w 1343473"/>
                  <a:gd name="connsiteY9" fmla="*/ 3183067 h 3183067"/>
                  <a:gd name="connsiteX10" fmla="*/ 0 w 1343473"/>
                  <a:gd name="connsiteY10" fmla="*/ 2538242 h 3183067"/>
                  <a:gd name="connsiteX11" fmla="*/ 0 w 1343473"/>
                  <a:gd name="connsiteY11" fmla="*/ 644912 h 3183067"/>
                  <a:gd name="connsiteX12" fmla="*/ 673820 w 1343473"/>
                  <a:gd name="connsiteY12" fmla="*/ 0 h 3183067"/>
                  <a:gd name="connsiteX13" fmla="*/ 1343474 w 1343473"/>
                  <a:gd name="connsiteY13" fmla="*/ 644912 h 3183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43473" h="3183067">
                    <a:moveTo>
                      <a:pt x="673820" y="475372"/>
                    </a:moveTo>
                    <a:cubicBezTo>
                      <a:pt x="578676" y="475372"/>
                      <a:pt x="516694" y="541522"/>
                      <a:pt x="516694" y="644912"/>
                    </a:cubicBezTo>
                    <a:lnTo>
                      <a:pt x="516694" y="2538242"/>
                    </a:lnTo>
                    <a:cubicBezTo>
                      <a:pt x="516694" y="2641546"/>
                      <a:pt x="578676" y="2707782"/>
                      <a:pt x="673820" y="2707782"/>
                    </a:cubicBezTo>
                    <a:cubicBezTo>
                      <a:pt x="768964" y="2707782"/>
                      <a:pt x="830860" y="2641632"/>
                      <a:pt x="830860" y="2538242"/>
                    </a:cubicBezTo>
                    <a:lnTo>
                      <a:pt x="830860" y="644912"/>
                    </a:lnTo>
                    <a:cubicBezTo>
                      <a:pt x="830860" y="541608"/>
                      <a:pt x="768877" y="475372"/>
                      <a:pt x="673820" y="475372"/>
                    </a:cubicBezTo>
                    <a:moveTo>
                      <a:pt x="1343474" y="644912"/>
                    </a:moveTo>
                    <a:lnTo>
                      <a:pt x="1343474" y="2538242"/>
                    </a:lnTo>
                    <a:cubicBezTo>
                      <a:pt x="1343474" y="2914390"/>
                      <a:pt x="1070629" y="3183067"/>
                      <a:pt x="673820" y="3183067"/>
                    </a:cubicBezTo>
                    <a:cubicBezTo>
                      <a:pt x="277011" y="3183067"/>
                      <a:pt x="0" y="2914390"/>
                      <a:pt x="0" y="2538242"/>
                    </a:cubicBezTo>
                    <a:lnTo>
                      <a:pt x="0" y="644912"/>
                    </a:lnTo>
                    <a:cubicBezTo>
                      <a:pt x="0" y="268764"/>
                      <a:pt x="272844" y="0"/>
                      <a:pt x="673820" y="0"/>
                    </a:cubicBezTo>
                    <a:cubicBezTo>
                      <a:pt x="1074796" y="0"/>
                      <a:pt x="1343474" y="268764"/>
                      <a:pt x="1343474" y="644912"/>
                    </a:cubicBezTo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F5762539-1930-BA2C-E334-B6F89AFA6F84}"/>
                </a:ext>
              </a:extLst>
            </p:cNvPr>
            <p:cNvSpPr/>
            <p:nvPr/>
          </p:nvSpPr>
          <p:spPr>
            <a:xfrm>
              <a:off x="3746743" y="41321"/>
              <a:ext cx="2128931" cy="3100423"/>
            </a:xfrm>
            <a:custGeom>
              <a:avLst/>
              <a:gdLst>
                <a:gd name="connsiteX0" fmla="*/ 2128932 w 2128931"/>
                <a:gd name="connsiteY0" fmla="*/ 0 h 3100423"/>
                <a:gd name="connsiteX1" fmla="*/ 1752783 w 2128931"/>
                <a:gd name="connsiteY1" fmla="*/ 3100424 h 3100423"/>
                <a:gd name="connsiteX2" fmla="*/ 1223589 w 2128931"/>
                <a:gd name="connsiteY2" fmla="*/ 3100424 h 3100423"/>
                <a:gd name="connsiteX3" fmla="*/ 1062382 w 2128931"/>
                <a:gd name="connsiteY3" fmla="*/ 1260830 h 3100423"/>
                <a:gd name="connsiteX4" fmla="*/ 901176 w 2128931"/>
                <a:gd name="connsiteY4" fmla="*/ 3100424 h 3100423"/>
                <a:gd name="connsiteX5" fmla="*/ 376148 w 2128931"/>
                <a:gd name="connsiteY5" fmla="*/ 3100424 h 3100423"/>
                <a:gd name="connsiteX6" fmla="*/ 0 w 2128931"/>
                <a:gd name="connsiteY6" fmla="*/ 0 h 3100423"/>
                <a:gd name="connsiteX7" fmla="*/ 500200 w 2128931"/>
                <a:gd name="connsiteY7" fmla="*/ 0 h 3100423"/>
                <a:gd name="connsiteX8" fmla="*/ 665573 w 2128931"/>
                <a:gd name="connsiteY8" fmla="*/ 1942984 h 3100423"/>
                <a:gd name="connsiteX9" fmla="*/ 826780 w 2128931"/>
                <a:gd name="connsiteY9" fmla="*/ 0 h 3100423"/>
                <a:gd name="connsiteX10" fmla="*/ 1322813 w 2128931"/>
                <a:gd name="connsiteY10" fmla="*/ 0 h 3100423"/>
                <a:gd name="connsiteX11" fmla="*/ 1484019 w 2128931"/>
                <a:gd name="connsiteY11" fmla="*/ 1938817 h 3100423"/>
                <a:gd name="connsiteX12" fmla="*/ 1645226 w 2128931"/>
                <a:gd name="connsiteY12" fmla="*/ 0 h 3100423"/>
                <a:gd name="connsiteX13" fmla="*/ 2128932 w 2128931"/>
                <a:gd name="connsiteY13" fmla="*/ 0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8931" h="3100423">
                  <a:moveTo>
                    <a:pt x="2128932" y="0"/>
                  </a:moveTo>
                  <a:lnTo>
                    <a:pt x="1752783" y="3100424"/>
                  </a:lnTo>
                  <a:lnTo>
                    <a:pt x="1223589" y="3100424"/>
                  </a:lnTo>
                  <a:lnTo>
                    <a:pt x="1062382" y="1260830"/>
                  </a:lnTo>
                  <a:lnTo>
                    <a:pt x="901176" y="3100424"/>
                  </a:lnTo>
                  <a:lnTo>
                    <a:pt x="376148" y="3100424"/>
                  </a:lnTo>
                  <a:lnTo>
                    <a:pt x="0" y="0"/>
                  </a:lnTo>
                  <a:lnTo>
                    <a:pt x="500200" y="0"/>
                  </a:lnTo>
                  <a:lnTo>
                    <a:pt x="665573" y="1942984"/>
                  </a:lnTo>
                  <a:lnTo>
                    <a:pt x="826780" y="0"/>
                  </a:lnTo>
                  <a:lnTo>
                    <a:pt x="1322813" y="0"/>
                  </a:lnTo>
                  <a:lnTo>
                    <a:pt x="1484019" y="1938817"/>
                  </a:lnTo>
                  <a:lnTo>
                    <a:pt x="1645226" y="0"/>
                  </a:lnTo>
                  <a:lnTo>
                    <a:pt x="212893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D1685E00-F3D8-7500-A94C-D52A242FC47C}"/>
                </a:ext>
              </a:extLst>
            </p:cNvPr>
            <p:cNvSpPr/>
            <p:nvPr/>
          </p:nvSpPr>
          <p:spPr>
            <a:xfrm>
              <a:off x="5970645" y="41408"/>
              <a:ext cx="1074883" cy="3100336"/>
            </a:xfrm>
            <a:custGeom>
              <a:avLst/>
              <a:gdLst>
                <a:gd name="connsiteX0" fmla="*/ 1074883 w 1074883"/>
                <a:gd name="connsiteY0" fmla="*/ 2620798 h 3100336"/>
                <a:gd name="connsiteX1" fmla="*/ 1074883 w 1074883"/>
                <a:gd name="connsiteY1" fmla="*/ 3100337 h 3100336"/>
                <a:gd name="connsiteX2" fmla="*/ 0 w 1074883"/>
                <a:gd name="connsiteY2" fmla="*/ 3100337 h 3100336"/>
                <a:gd name="connsiteX3" fmla="*/ 0 w 1074883"/>
                <a:gd name="connsiteY3" fmla="*/ 0 h 3100336"/>
                <a:gd name="connsiteX4" fmla="*/ 1070716 w 1074883"/>
                <a:gd name="connsiteY4" fmla="*/ 0 h 3100336"/>
                <a:gd name="connsiteX5" fmla="*/ 1070716 w 1074883"/>
                <a:gd name="connsiteY5" fmla="*/ 479452 h 3100336"/>
                <a:gd name="connsiteX6" fmla="*/ 512614 w 1074883"/>
                <a:gd name="connsiteY6" fmla="*/ 479452 h 3100336"/>
                <a:gd name="connsiteX7" fmla="*/ 512614 w 1074883"/>
                <a:gd name="connsiteY7" fmla="*/ 1248417 h 3100336"/>
                <a:gd name="connsiteX8" fmla="*/ 950832 w 1074883"/>
                <a:gd name="connsiteY8" fmla="*/ 1248417 h 3100336"/>
                <a:gd name="connsiteX9" fmla="*/ 950832 w 1074883"/>
                <a:gd name="connsiteY9" fmla="*/ 1727956 h 3100336"/>
                <a:gd name="connsiteX10" fmla="*/ 512614 w 1074883"/>
                <a:gd name="connsiteY10" fmla="*/ 1727956 h 3100336"/>
                <a:gd name="connsiteX11" fmla="*/ 512614 w 1074883"/>
                <a:gd name="connsiteY11" fmla="*/ 2620798 h 3100336"/>
                <a:gd name="connsiteX12" fmla="*/ 1074883 w 1074883"/>
                <a:gd name="connsiteY12" fmla="*/ 2620798 h 3100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4883" h="3100336">
                  <a:moveTo>
                    <a:pt x="1074883" y="2620798"/>
                  </a:moveTo>
                  <a:lnTo>
                    <a:pt x="1074883" y="3100337"/>
                  </a:lnTo>
                  <a:lnTo>
                    <a:pt x="0" y="3100337"/>
                  </a:lnTo>
                  <a:lnTo>
                    <a:pt x="0" y="0"/>
                  </a:lnTo>
                  <a:lnTo>
                    <a:pt x="1070716" y="0"/>
                  </a:lnTo>
                  <a:lnTo>
                    <a:pt x="1070716" y="479452"/>
                  </a:lnTo>
                  <a:lnTo>
                    <a:pt x="512614" y="479452"/>
                  </a:lnTo>
                  <a:lnTo>
                    <a:pt x="512614" y="1248417"/>
                  </a:lnTo>
                  <a:lnTo>
                    <a:pt x="950832" y="1248417"/>
                  </a:lnTo>
                  <a:lnTo>
                    <a:pt x="950832" y="1727956"/>
                  </a:lnTo>
                  <a:lnTo>
                    <a:pt x="512614" y="1727956"/>
                  </a:lnTo>
                  <a:lnTo>
                    <a:pt x="512614" y="2620798"/>
                  </a:lnTo>
                  <a:lnTo>
                    <a:pt x="1074883" y="2620798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orme libre : forme 14">
              <a:extLst>
                <a:ext uri="{FF2B5EF4-FFF2-40B4-BE49-F238E27FC236}">
                  <a16:creationId xmlns:a16="http://schemas.microsoft.com/office/drawing/2014/main" id="{FD8D460A-14F6-4401-D092-8F196F99B36D}"/>
                </a:ext>
              </a:extLst>
            </p:cNvPr>
            <p:cNvSpPr/>
            <p:nvPr/>
          </p:nvSpPr>
          <p:spPr>
            <a:xfrm>
              <a:off x="7219148" y="41321"/>
              <a:ext cx="1388961" cy="3100423"/>
            </a:xfrm>
            <a:custGeom>
              <a:avLst/>
              <a:gdLst>
                <a:gd name="connsiteX0" fmla="*/ 512527 w 1388961"/>
                <a:gd name="connsiteY0" fmla="*/ 1504767 h 3100423"/>
                <a:gd name="connsiteX1" fmla="*/ 628245 w 1388961"/>
                <a:gd name="connsiteY1" fmla="*/ 1504767 h 3100423"/>
                <a:gd name="connsiteX2" fmla="*/ 814279 w 1388961"/>
                <a:gd name="connsiteY2" fmla="*/ 1260830 h 3100423"/>
                <a:gd name="connsiteX3" fmla="*/ 814279 w 1388961"/>
                <a:gd name="connsiteY3" fmla="*/ 719222 h 3100423"/>
                <a:gd name="connsiteX4" fmla="*/ 628245 w 1388961"/>
                <a:gd name="connsiteY4" fmla="*/ 479452 h 3100423"/>
                <a:gd name="connsiteX5" fmla="*/ 512527 w 1388961"/>
                <a:gd name="connsiteY5" fmla="*/ 479452 h 3100423"/>
                <a:gd name="connsiteX6" fmla="*/ 512527 w 1388961"/>
                <a:gd name="connsiteY6" fmla="*/ 1504680 h 3100423"/>
                <a:gd name="connsiteX7" fmla="*/ 851520 w 1388961"/>
                <a:gd name="connsiteY7" fmla="*/ 3100424 h 3100423"/>
                <a:gd name="connsiteX8" fmla="*/ 669653 w 1388961"/>
                <a:gd name="connsiteY8" fmla="*/ 1984306 h 3100423"/>
                <a:gd name="connsiteX9" fmla="*/ 512614 w 1388961"/>
                <a:gd name="connsiteY9" fmla="*/ 1984306 h 3100423"/>
                <a:gd name="connsiteX10" fmla="*/ 512614 w 1388961"/>
                <a:gd name="connsiteY10" fmla="*/ 3100424 h 3100423"/>
                <a:gd name="connsiteX11" fmla="*/ 0 w 1388961"/>
                <a:gd name="connsiteY11" fmla="*/ 3100424 h 3100423"/>
                <a:gd name="connsiteX12" fmla="*/ 0 w 1388961"/>
                <a:gd name="connsiteY12" fmla="*/ 0 h 3100423"/>
                <a:gd name="connsiteX13" fmla="*/ 628332 w 1388961"/>
                <a:gd name="connsiteY13" fmla="*/ 0 h 3100423"/>
                <a:gd name="connsiteX14" fmla="*/ 1331060 w 1388961"/>
                <a:gd name="connsiteY14" fmla="*/ 727556 h 3100423"/>
                <a:gd name="connsiteX15" fmla="*/ 1331060 w 1388961"/>
                <a:gd name="connsiteY15" fmla="*/ 1256663 h 3100423"/>
                <a:gd name="connsiteX16" fmla="*/ 1145026 w 1388961"/>
                <a:gd name="connsiteY16" fmla="*/ 1789938 h 3100423"/>
                <a:gd name="connsiteX17" fmla="*/ 1388962 w 1388961"/>
                <a:gd name="connsiteY17" fmla="*/ 3100337 h 3100423"/>
                <a:gd name="connsiteX18" fmla="*/ 851520 w 1388961"/>
                <a:gd name="connsiteY18" fmla="*/ 3100337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8961" h="3100423">
                  <a:moveTo>
                    <a:pt x="512527" y="1504767"/>
                  </a:moveTo>
                  <a:lnTo>
                    <a:pt x="628245" y="1504767"/>
                  </a:lnTo>
                  <a:cubicBezTo>
                    <a:pt x="756377" y="1504767"/>
                    <a:pt x="814279" y="1446864"/>
                    <a:pt x="814279" y="1260830"/>
                  </a:cubicBezTo>
                  <a:lnTo>
                    <a:pt x="814279" y="719222"/>
                  </a:lnTo>
                  <a:cubicBezTo>
                    <a:pt x="814279" y="541522"/>
                    <a:pt x="756464" y="479452"/>
                    <a:pt x="628245" y="479452"/>
                  </a:cubicBezTo>
                  <a:lnTo>
                    <a:pt x="512527" y="479452"/>
                  </a:lnTo>
                  <a:lnTo>
                    <a:pt x="512527" y="1504680"/>
                  </a:lnTo>
                  <a:close/>
                  <a:moveTo>
                    <a:pt x="851520" y="3100424"/>
                  </a:moveTo>
                  <a:lnTo>
                    <a:pt x="669653" y="1984306"/>
                  </a:lnTo>
                  <a:lnTo>
                    <a:pt x="512614" y="1984306"/>
                  </a:lnTo>
                  <a:lnTo>
                    <a:pt x="512614" y="3100424"/>
                  </a:lnTo>
                  <a:lnTo>
                    <a:pt x="0" y="3100424"/>
                  </a:lnTo>
                  <a:lnTo>
                    <a:pt x="0" y="0"/>
                  </a:lnTo>
                  <a:lnTo>
                    <a:pt x="628332" y="0"/>
                  </a:lnTo>
                  <a:cubicBezTo>
                    <a:pt x="1062382" y="0"/>
                    <a:pt x="1331060" y="268764"/>
                    <a:pt x="1331060" y="727556"/>
                  </a:cubicBezTo>
                  <a:lnTo>
                    <a:pt x="1331060" y="1256663"/>
                  </a:lnTo>
                  <a:cubicBezTo>
                    <a:pt x="1331060" y="1484019"/>
                    <a:pt x="1264911" y="1665886"/>
                    <a:pt x="1145026" y="1789938"/>
                  </a:cubicBezTo>
                  <a:lnTo>
                    <a:pt x="1388962" y="3100337"/>
                  </a:lnTo>
                  <a:lnTo>
                    <a:pt x="851520" y="310033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68CEAB1-53F6-99D3-BA30-373733D2507B}"/>
                </a:ext>
              </a:extLst>
            </p:cNvPr>
            <p:cNvSpPr/>
            <p:nvPr/>
          </p:nvSpPr>
          <p:spPr>
            <a:xfrm>
              <a:off x="8744402" y="41408"/>
              <a:ext cx="1074796" cy="3100336"/>
            </a:xfrm>
            <a:custGeom>
              <a:avLst/>
              <a:gdLst>
                <a:gd name="connsiteX0" fmla="*/ 1074796 w 1074796"/>
                <a:gd name="connsiteY0" fmla="*/ 2620798 h 3100336"/>
                <a:gd name="connsiteX1" fmla="*/ 1074796 w 1074796"/>
                <a:gd name="connsiteY1" fmla="*/ 3100337 h 3100336"/>
                <a:gd name="connsiteX2" fmla="*/ 0 w 1074796"/>
                <a:gd name="connsiteY2" fmla="*/ 3100337 h 3100336"/>
                <a:gd name="connsiteX3" fmla="*/ 0 w 1074796"/>
                <a:gd name="connsiteY3" fmla="*/ 0 h 3100336"/>
                <a:gd name="connsiteX4" fmla="*/ 1070716 w 1074796"/>
                <a:gd name="connsiteY4" fmla="*/ 0 h 3100336"/>
                <a:gd name="connsiteX5" fmla="*/ 1070716 w 1074796"/>
                <a:gd name="connsiteY5" fmla="*/ 479452 h 3100336"/>
                <a:gd name="connsiteX6" fmla="*/ 512614 w 1074796"/>
                <a:gd name="connsiteY6" fmla="*/ 479452 h 3100336"/>
                <a:gd name="connsiteX7" fmla="*/ 512614 w 1074796"/>
                <a:gd name="connsiteY7" fmla="*/ 1248417 h 3100336"/>
                <a:gd name="connsiteX8" fmla="*/ 950744 w 1074796"/>
                <a:gd name="connsiteY8" fmla="*/ 1248417 h 3100336"/>
                <a:gd name="connsiteX9" fmla="*/ 950744 w 1074796"/>
                <a:gd name="connsiteY9" fmla="*/ 1727956 h 3100336"/>
                <a:gd name="connsiteX10" fmla="*/ 512614 w 1074796"/>
                <a:gd name="connsiteY10" fmla="*/ 1727956 h 3100336"/>
                <a:gd name="connsiteX11" fmla="*/ 512614 w 1074796"/>
                <a:gd name="connsiteY11" fmla="*/ 2620798 h 3100336"/>
                <a:gd name="connsiteX12" fmla="*/ 1074796 w 1074796"/>
                <a:gd name="connsiteY12" fmla="*/ 2620798 h 3100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4796" h="3100336">
                  <a:moveTo>
                    <a:pt x="1074796" y="2620798"/>
                  </a:moveTo>
                  <a:lnTo>
                    <a:pt x="1074796" y="3100337"/>
                  </a:lnTo>
                  <a:lnTo>
                    <a:pt x="0" y="3100337"/>
                  </a:lnTo>
                  <a:lnTo>
                    <a:pt x="0" y="0"/>
                  </a:lnTo>
                  <a:lnTo>
                    <a:pt x="1070716" y="0"/>
                  </a:lnTo>
                  <a:lnTo>
                    <a:pt x="1070716" y="479452"/>
                  </a:lnTo>
                  <a:lnTo>
                    <a:pt x="512614" y="479452"/>
                  </a:lnTo>
                  <a:lnTo>
                    <a:pt x="512614" y="1248417"/>
                  </a:lnTo>
                  <a:lnTo>
                    <a:pt x="950744" y="1248417"/>
                  </a:lnTo>
                  <a:lnTo>
                    <a:pt x="950744" y="1727956"/>
                  </a:lnTo>
                  <a:lnTo>
                    <a:pt x="512614" y="1727956"/>
                  </a:lnTo>
                  <a:lnTo>
                    <a:pt x="512614" y="2620798"/>
                  </a:lnTo>
                  <a:lnTo>
                    <a:pt x="1074796" y="2620798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17" name="Graphique 7">
              <a:extLst>
                <a:ext uri="{FF2B5EF4-FFF2-40B4-BE49-F238E27FC236}">
                  <a16:creationId xmlns:a16="http://schemas.microsoft.com/office/drawing/2014/main" id="{A99B9251-9B9A-D6A1-65E5-DA8B4AD9D769}"/>
                </a:ext>
              </a:extLst>
            </p:cNvPr>
            <p:cNvGrpSpPr/>
            <p:nvPr/>
          </p:nvGrpSpPr>
          <p:grpSpPr>
            <a:xfrm>
              <a:off x="958402" y="41321"/>
              <a:ext cx="10369642" cy="6778655"/>
              <a:chOff x="958402" y="41321"/>
              <a:chExt cx="10369642" cy="6778655"/>
            </a:xfrm>
            <a:grpFill/>
          </p:grpSpPr>
          <p:sp>
            <p:nvSpPr>
              <p:cNvPr id="18" name="Forme libre : forme 17">
                <a:extLst>
                  <a:ext uri="{FF2B5EF4-FFF2-40B4-BE49-F238E27FC236}">
                    <a16:creationId xmlns:a16="http://schemas.microsoft.com/office/drawing/2014/main" id="{6A867A11-7B00-9BF7-7546-2EF15C1969D9}"/>
                  </a:ext>
                </a:extLst>
              </p:cNvPr>
              <p:cNvSpPr/>
              <p:nvPr/>
            </p:nvSpPr>
            <p:spPr>
              <a:xfrm>
                <a:off x="9992732" y="41321"/>
                <a:ext cx="1335312" cy="3100423"/>
              </a:xfrm>
              <a:custGeom>
                <a:avLst/>
                <a:gdLst>
                  <a:gd name="connsiteX0" fmla="*/ 661493 w 1335312"/>
                  <a:gd name="connsiteY0" fmla="*/ 479539 h 3100423"/>
                  <a:gd name="connsiteX1" fmla="*/ 512700 w 1335312"/>
                  <a:gd name="connsiteY1" fmla="*/ 479539 h 3100423"/>
                  <a:gd name="connsiteX2" fmla="*/ 512700 w 1335312"/>
                  <a:gd name="connsiteY2" fmla="*/ 2620885 h 3100423"/>
                  <a:gd name="connsiteX3" fmla="*/ 661493 w 1335312"/>
                  <a:gd name="connsiteY3" fmla="*/ 2620885 h 3100423"/>
                  <a:gd name="connsiteX4" fmla="*/ 818533 w 1335312"/>
                  <a:gd name="connsiteY4" fmla="*/ 2455511 h 3100423"/>
                  <a:gd name="connsiteX5" fmla="*/ 818533 w 1335312"/>
                  <a:gd name="connsiteY5" fmla="*/ 644912 h 3100423"/>
                  <a:gd name="connsiteX6" fmla="*/ 661493 w 1335312"/>
                  <a:gd name="connsiteY6" fmla="*/ 479539 h 3100423"/>
                  <a:gd name="connsiteX7" fmla="*/ 1335313 w 1335312"/>
                  <a:gd name="connsiteY7" fmla="*/ 644912 h 3100423"/>
                  <a:gd name="connsiteX8" fmla="*/ 1335313 w 1335312"/>
                  <a:gd name="connsiteY8" fmla="*/ 2455598 h 3100423"/>
                  <a:gd name="connsiteX9" fmla="*/ 661493 w 1335312"/>
                  <a:gd name="connsiteY9" fmla="*/ 3100424 h 3100423"/>
                  <a:gd name="connsiteX10" fmla="*/ 0 w 1335312"/>
                  <a:gd name="connsiteY10" fmla="*/ 3100424 h 3100423"/>
                  <a:gd name="connsiteX11" fmla="*/ 0 w 1335312"/>
                  <a:gd name="connsiteY11" fmla="*/ 0 h 3100423"/>
                  <a:gd name="connsiteX12" fmla="*/ 661493 w 1335312"/>
                  <a:gd name="connsiteY12" fmla="*/ 0 h 3100423"/>
                  <a:gd name="connsiteX13" fmla="*/ 1335313 w 1335312"/>
                  <a:gd name="connsiteY13" fmla="*/ 644826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35312" h="3100423">
                    <a:moveTo>
                      <a:pt x="661493" y="479539"/>
                    </a:moveTo>
                    <a:lnTo>
                      <a:pt x="512700" y="479539"/>
                    </a:lnTo>
                    <a:lnTo>
                      <a:pt x="512700" y="2620885"/>
                    </a:lnTo>
                    <a:lnTo>
                      <a:pt x="661493" y="2620885"/>
                    </a:lnTo>
                    <a:cubicBezTo>
                      <a:pt x="756550" y="2620885"/>
                      <a:pt x="818533" y="2558902"/>
                      <a:pt x="818533" y="2455511"/>
                    </a:cubicBezTo>
                    <a:lnTo>
                      <a:pt x="818533" y="644912"/>
                    </a:lnTo>
                    <a:cubicBezTo>
                      <a:pt x="818533" y="541608"/>
                      <a:pt x="756550" y="479539"/>
                      <a:pt x="661493" y="479539"/>
                    </a:cubicBezTo>
                    <a:moveTo>
                      <a:pt x="1335313" y="644912"/>
                    </a:moveTo>
                    <a:lnTo>
                      <a:pt x="1335313" y="2455598"/>
                    </a:lnTo>
                    <a:cubicBezTo>
                      <a:pt x="1335313" y="2831746"/>
                      <a:pt x="1062469" y="3100424"/>
                      <a:pt x="661493" y="3100424"/>
                    </a:cubicBezTo>
                    <a:lnTo>
                      <a:pt x="0" y="3100424"/>
                    </a:lnTo>
                    <a:lnTo>
                      <a:pt x="0" y="0"/>
                    </a:lnTo>
                    <a:lnTo>
                      <a:pt x="661493" y="0"/>
                    </a:lnTo>
                    <a:cubicBezTo>
                      <a:pt x="1062469" y="0"/>
                      <a:pt x="1335313" y="268677"/>
                      <a:pt x="1335313" y="644826"/>
                    </a:cubicBezTo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9" name="Forme libre : forme 18">
                <a:extLst>
                  <a:ext uri="{FF2B5EF4-FFF2-40B4-BE49-F238E27FC236}">
                    <a16:creationId xmlns:a16="http://schemas.microsoft.com/office/drawing/2014/main" id="{CCA51507-C49C-2B7D-AE8A-7D7BDDD98BC5}"/>
                  </a:ext>
                </a:extLst>
              </p:cNvPr>
              <p:cNvSpPr/>
              <p:nvPr/>
            </p:nvSpPr>
            <p:spPr>
              <a:xfrm>
                <a:off x="958402" y="3719553"/>
                <a:ext cx="1347640" cy="3100423"/>
              </a:xfrm>
              <a:custGeom>
                <a:avLst/>
                <a:gdLst>
                  <a:gd name="connsiteX0" fmla="*/ 830860 w 1347640"/>
                  <a:gd name="connsiteY0" fmla="*/ 1860167 h 3100423"/>
                  <a:gd name="connsiteX1" fmla="*/ 673733 w 1347640"/>
                  <a:gd name="connsiteY1" fmla="*/ 1694881 h 3100423"/>
                  <a:gd name="connsiteX2" fmla="*/ 512527 w 1347640"/>
                  <a:gd name="connsiteY2" fmla="*/ 1694881 h 3100423"/>
                  <a:gd name="connsiteX3" fmla="*/ 512527 w 1347640"/>
                  <a:gd name="connsiteY3" fmla="*/ 2620798 h 3100423"/>
                  <a:gd name="connsiteX4" fmla="*/ 673733 w 1347640"/>
                  <a:gd name="connsiteY4" fmla="*/ 2620798 h 3100423"/>
                  <a:gd name="connsiteX5" fmla="*/ 830860 w 1347640"/>
                  <a:gd name="connsiteY5" fmla="*/ 2455425 h 3100423"/>
                  <a:gd name="connsiteX6" fmla="*/ 830860 w 1347640"/>
                  <a:gd name="connsiteY6" fmla="*/ 1860167 h 3100423"/>
                  <a:gd name="connsiteX7" fmla="*/ 512527 w 1347640"/>
                  <a:gd name="connsiteY7" fmla="*/ 479452 h 3100423"/>
                  <a:gd name="connsiteX8" fmla="*/ 512527 w 1347640"/>
                  <a:gd name="connsiteY8" fmla="*/ 1215342 h 3100423"/>
                  <a:gd name="connsiteX9" fmla="*/ 653073 w 1347640"/>
                  <a:gd name="connsiteY9" fmla="*/ 1215342 h 3100423"/>
                  <a:gd name="connsiteX10" fmla="*/ 810199 w 1347640"/>
                  <a:gd name="connsiteY10" fmla="*/ 1049968 h 3100423"/>
                  <a:gd name="connsiteX11" fmla="*/ 810199 w 1347640"/>
                  <a:gd name="connsiteY11" fmla="*/ 644826 h 3100423"/>
                  <a:gd name="connsiteX12" fmla="*/ 653073 w 1347640"/>
                  <a:gd name="connsiteY12" fmla="*/ 479452 h 3100423"/>
                  <a:gd name="connsiteX13" fmla="*/ 512527 w 1347640"/>
                  <a:gd name="connsiteY13" fmla="*/ 479452 h 3100423"/>
                  <a:gd name="connsiteX14" fmla="*/ 1347640 w 1347640"/>
                  <a:gd name="connsiteY14" fmla="*/ 1905743 h 3100423"/>
                  <a:gd name="connsiteX15" fmla="*/ 1347640 w 1347640"/>
                  <a:gd name="connsiteY15" fmla="*/ 2459678 h 3100423"/>
                  <a:gd name="connsiteX16" fmla="*/ 673820 w 1347640"/>
                  <a:gd name="connsiteY16" fmla="*/ 3100424 h 3100423"/>
                  <a:gd name="connsiteX17" fmla="*/ 0 w 1347640"/>
                  <a:gd name="connsiteY17" fmla="*/ 3100424 h 3100423"/>
                  <a:gd name="connsiteX18" fmla="*/ 0 w 1347640"/>
                  <a:gd name="connsiteY18" fmla="*/ 0 h 3100423"/>
                  <a:gd name="connsiteX19" fmla="*/ 653159 w 1347640"/>
                  <a:gd name="connsiteY19" fmla="*/ 0 h 3100423"/>
                  <a:gd name="connsiteX20" fmla="*/ 1326980 w 1347640"/>
                  <a:gd name="connsiteY20" fmla="*/ 644913 h 3100423"/>
                  <a:gd name="connsiteX21" fmla="*/ 1326980 w 1347640"/>
                  <a:gd name="connsiteY21" fmla="*/ 1004567 h 3100423"/>
                  <a:gd name="connsiteX22" fmla="*/ 1128532 w 1347640"/>
                  <a:gd name="connsiteY22" fmla="*/ 1446951 h 3100423"/>
                  <a:gd name="connsiteX23" fmla="*/ 1347640 w 1347640"/>
                  <a:gd name="connsiteY23" fmla="*/ 1905830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347640" h="3100423">
                    <a:moveTo>
                      <a:pt x="830860" y="1860167"/>
                    </a:moveTo>
                    <a:cubicBezTo>
                      <a:pt x="830860" y="1756863"/>
                      <a:pt x="768877" y="1694881"/>
                      <a:pt x="673733" y="1694881"/>
                    </a:cubicBezTo>
                    <a:lnTo>
                      <a:pt x="512527" y="1694881"/>
                    </a:lnTo>
                    <a:lnTo>
                      <a:pt x="512527" y="2620798"/>
                    </a:lnTo>
                    <a:lnTo>
                      <a:pt x="673733" y="2620798"/>
                    </a:lnTo>
                    <a:cubicBezTo>
                      <a:pt x="768877" y="2620798"/>
                      <a:pt x="830860" y="2558815"/>
                      <a:pt x="830860" y="2455425"/>
                    </a:cubicBezTo>
                    <a:lnTo>
                      <a:pt x="830860" y="1860167"/>
                    </a:lnTo>
                    <a:close/>
                    <a:moveTo>
                      <a:pt x="512527" y="479452"/>
                    </a:moveTo>
                    <a:lnTo>
                      <a:pt x="512527" y="1215342"/>
                    </a:lnTo>
                    <a:lnTo>
                      <a:pt x="653073" y="1215342"/>
                    </a:lnTo>
                    <a:cubicBezTo>
                      <a:pt x="748217" y="1215342"/>
                      <a:pt x="810199" y="1153360"/>
                      <a:pt x="810199" y="1049968"/>
                    </a:cubicBezTo>
                    <a:lnTo>
                      <a:pt x="810199" y="644826"/>
                    </a:lnTo>
                    <a:cubicBezTo>
                      <a:pt x="810199" y="541522"/>
                      <a:pt x="748217" y="479452"/>
                      <a:pt x="653073" y="479452"/>
                    </a:cubicBezTo>
                    <a:lnTo>
                      <a:pt x="512527" y="479452"/>
                    </a:lnTo>
                    <a:close/>
                    <a:moveTo>
                      <a:pt x="1347640" y="1905743"/>
                    </a:moveTo>
                    <a:lnTo>
                      <a:pt x="1347640" y="2459678"/>
                    </a:lnTo>
                    <a:cubicBezTo>
                      <a:pt x="1347640" y="2831659"/>
                      <a:pt x="1074796" y="3100424"/>
                      <a:pt x="673820" y="3100424"/>
                    </a:cubicBezTo>
                    <a:lnTo>
                      <a:pt x="0" y="3100424"/>
                    </a:lnTo>
                    <a:lnTo>
                      <a:pt x="0" y="0"/>
                    </a:lnTo>
                    <a:lnTo>
                      <a:pt x="653159" y="0"/>
                    </a:lnTo>
                    <a:cubicBezTo>
                      <a:pt x="1054135" y="0"/>
                      <a:pt x="1326980" y="268677"/>
                      <a:pt x="1326980" y="644913"/>
                    </a:cubicBezTo>
                    <a:lnTo>
                      <a:pt x="1326980" y="1004567"/>
                    </a:lnTo>
                    <a:cubicBezTo>
                      <a:pt x="1326980" y="1182354"/>
                      <a:pt x="1256663" y="1339394"/>
                      <a:pt x="1128532" y="1446951"/>
                    </a:cubicBezTo>
                    <a:cubicBezTo>
                      <a:pt x="1269077" y="1550255"/>
                      <a:pt x="1347640" y="1711549"/>
                      <a:pt x="1347640" y="1905830"/>
                    </a:cubicBezTo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B10E9077-5B01-3BC3-EEEA-094623A7FA35}"/>
                </a:ext>
              </a:extLst>
            </p:cNvPr>
            <p:cNvSpPr/>
            <p:nvPr/>
          </p:nvSpPr>
          <p:spPr>
            <a:xfrm>
              <a:off x="2285295" y="3719553"/>
              <a:ext cx="1430370" cy="3100423"/>
            </a:xfrm>
            <a:custGeom>
              <a:avLst/>
              <a:gdLst>
                <a:gd name="connsiteX0" fmla="*/ 971492 w 1430370"/>
                <a:gd name="connsiteY0" fmla="*/ 2062783 h 3100423"/>
                <a:gd name="connsiteX1" fmla="*/ 971492 w 1430370"/>
                <a:gd name="connsiteY1" fmla="*/ 3100424 h 3100423"/>
                <a:gd name="connsiteX2" fmla="*/ 458878 w 1430370"/>
                <a:gd name="connsiteY2" fmla="*/ 3100424 h 3100423"/>
                <a:gd name="connsiteX3" fmla="*/ 458878 w 1430370"/>
                <a:gd name="connsiteY3" fmla="*/ 2079363 h 3100423"/>
                <a:gd name="connsiteX4" fmla="*/ 0 w 1430370"/>
                <a:gd name="connsiteY4" fmla="*/ 0 h 3100423"/>
                <a:gd name="connsiteX5" fmla="*/ 525028 w 1430370"/>
                <a:gd name="connsiteY5" fmla="*/ 0 h 3100423"/>
                <a:gd name="connsiteX6" fmla="*/ 723476 w 1430370"/>
                <a:gd name="connsiteY6" fmla="*/ 1264910 h 3100423"/>
                <a:gd name="connsiteX7" fmla="*/ 917757 w 1430370"/>
                <a:gd name="connsiteY7" fmla="*/ 0 h 3100423"/>
                <a:gd name="connsiteX8" fmla="*/ 1430370 w 1430370"/>
                <a:gd name="connsiteY8" fmla="*/ 0 h 3100423"/>
                <a:gd name="connsiteX9" fmla="*/ 971492 w 1430370"/>
                <a:gd name="connsiteY9" fmla="*/ 2062783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0370" h="3100423">
                  <a:moveTo>
                    <a:pt x="971492" y="2062783"/>
                  </a:moveTo>
                  <a:lnTo>
                    <a:pt x="971492" y="3100424"/>
                  </a:lnTo>
                  <a:lnTo>
                    <a:pt x="458878" y="3100424"/>
                  </a:lnTo>
                  <a:lnTo>
                    <a:pt x="458878" y="2079363"/>
                  </a:lnTo>
                  <a:lnTo>
                    <a:pt x="0" y="0"/>
                  </a:lnTo>
                  <a:lnTo>
                    <a:pt x="525028" y="0"/>
                  </a:lnTo>
                  <a:lnTo>
                    <a:pt x="723476" y="1264910"/>
                  </a:lnTo>
                  <a:lnTo>
                    <a:pt x="917757" y="0"/>
                  </a:lnTo>
                  <a:lnTo>
                    <a:pt x="1430370" y="0"/>
                  </a:lnTo>
                  <a:lnTo>
                    <a:pt x="971492" y="2062783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63D56C57-1EAC-C3F2-5693-04860AF775D7}"/>
                </a:ext>
              </a:extLst>
            </p:cNvPr>
            <p:cNvSpPr/>
            <p:nvPr/>
          </p:nvSpPr>
          <p:spPr>
            <a:xfrm>
              <a:off x="4240606" y="3719553"/>
              <a:ext cx="1252583" cy="3100423"/>
            </a:xfrm>
            <a:custGeom>
              <a:avLst/>
              <a:gdLst>
                <a:gd name="connsiteX0" fmla="*/ 1252583 w 1252583"/>
                <a:gd name="connsiteY0" fmla="*/ 479539 h 3100423"/>
                <a:gd name="connsiteX1" fmla="*/ 880515 w 1252583"/>
                <a:gd name="connsiteY1" fmla="*/ 479539 h 3100423"/>
                <a:gd name="connsiteX2" fmla="*/ 880515 w 1252583"/>
                <a:gd name="connsiteY2" fmla="*/ 3100424 h 3100423"/>
                <a:gd name="connsiteX3" fmla="*/ 367901 w 1252583"/>
                <a:gd name="connsiteY3" fmla="*/ 3100424 h 3100423"/>
                <a:gd name="connsiteX4" fmla="*/ 367901 w 1252583"/>
                <a:gd name="connsiteY4" fmla="*/ 479539 h 3100423"/>
                <a:gd name="connsiteX5" fmla="*/ 0 w 1252583"/>
                <a:gd name="connsiteY5" fmla="*/ 479539 h 3100423"/>
                <a:gd name="connsiteX6" fmla="*/ 0 w 1252583"/>
                <a:gd name="connsiteY6" fmla="*/ 0 h 3100423"/>
                <a:gd name="connsiteX7" fmla="*/ 1252583 w 1252583"/>
                <a:gd name="connsiteY7" fmla="*/ 0 h 3100423"/>
                <a:gd name="connsiteX8" fmla="*/ 1252583 w 1252583"/>
                <a:gd name="connsiteY8" fmla="*/ 479539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2583" h="3100423">
                  <a:moveTo>
                    <a:pt x="1252583" y="479539"/>
                  </a:moveTo>
                  <a:lnTo>
                    <a:pt x="880515" y="479539"/>
                  </a:lnTo>
                  <a:lnTo>
                    <a:pt x="880515" y="3100424"/>
                  </a:lnTo>
                  <a:lnTo>
                    <a:pt x="367901" y="3100424"/>
                  </a:lnTo>
                  <a:lnTo>
                    <a:pt x="367901" y="479539"/>
                  </a:lnTo>
                  <a:lnTo>
                    <a:pt x="0" y="479539"/>
                  </a:lnTo>
                  <a:lnTo>
                    <a:pt x="0" y="0"/>
                  </a:lnTo>
                  <a:lnTo>
                    <a:pt x="1252583" y="0"/>
                  </a:lnTo>
                  <a:lnTo>
                    <a:pt x="1252583" y="479539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22" name="Graphique 7">
              <a:extLst>
                <a:ext uri="{FF2B5EF4-FFF2-40B4-BE49-F238E27FC236}">
                  <a16:creationId xmlns:a16="http://schemas.microsoft.com/office/drawing/2014/main" id="{A3DA8161-3135-1E5C-3BEA-ECC952793A75}"/>
                </a:ext>
              </a:extLst>
            </p:cNvPr>
            <p:cNvGrpSpPr/>
            <p:nvPr/>
          </p:nvGrpSpPr>
          <p:grpSpPr>
            <a:xfrm>
              <a:off x="5629655" y="3678231"/>
              <a:ext cx="4299010" cy="3182980"/>
              <a:chOff x="5629655" y="3678231"/>
              <a:chExt cx="4299010" cy="3182980"/>
            </a:xfrm>
            <a:grpFill/>
          </p:grpSpPr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D087F45F-E2C4-81AA-C870-28E47547511F}"/>
                  </a:ext>
                </a:extLst>
              </p:cNvPr>
              <p:cNvSpPr/>
              <p:nvPr/>
            </p:nvSpPr>
            <p:spPr>
              <a:xfrm>
                <a:off x="5629655" y="3719553"/>
                <a:ext cx="1388961" cy="3100423"/>
              </a:xfrm>
              <a:custGeom>
                <a:avLst/>
                <a:gdLst>
                  <a:gd name="connsiteX0" fmla="*/ 512527 w 1388961"/>
                  <a:gd name="connsiteY0" fmla="*/ 1504767 h 3100423"/>
                  <a:gd name="connsiteX1" fmla="*/ 628245 w 1388961"/>
                  <a:gd name="connsiteY1" fmla="*/ 1504767 h 3100423"/>
                  <a:gd name="connsiteX2" fmla="*/ 814279 w 1388961"/>
                  <a:gd name="connsiteY2" fmla="*/ 1260831 h 3100423"/>
                  <a:gd name="connsiteX3" fmla="*/ 814279 w 1388961"/>
                  <a:gd name="connsiteY3" fmla="*/ 719309 h 3100423"/>
                  <a:gd name="connsiteX4" fmla="*/ 628245 w 1388961"/>
                  <a:gd name="connsiteY4" fmla="*/ 479539 h 3100423"/>
                  <a:gd name="connsiteX5" fmla="*/ 512527 w 1388961"/>
                  <a:gd name="connsiteY5" fmla="*/ 479539 h 3100423"/>
                  <a:gd name="connsiteX6" fmla="*/ 512527 w 1388961"/>
                  <a:gd name="connsiteY6" fmla="*/ 1504767 h 3100423"/>
                  <a:gd name="connsiteX7" fmla="*/ 851520 w 1388961"/>
                  <a:gd name="connsiteY7" fmla="*/ 3100424 h 3100423"/>
                  <a:gd name="connsiteX8" fmla="*/ 669653 w 1388961"/>
                  <a:gd name="connsiteY8" fmla="*/ 1984306 h 3100423"/>
                  <a:gd name="connsiteX9" fmla="*/ 512614 w 1388961"/>
                  <a:gd name="connsiteY9" fmla="*/ 1984306 h 3100423"/>
                  <a:gd name="connsiteX10" fmla="*/ 512614 w 1388961"/>
                  <a:gd name="connsiteY10" fmla="*/ 3100424 h 3100423"/>
                  <a:gd name="connsiteX11" fmla="*/ 0 w 1388961"/>
                  <a:gd name="connsiteY11" fmla="*/ 3100424 h 3100423"/>
                  <a:gd name="connsiteX12" fmla="*/ 0 w 1388961"/>
                  <a:gd name="connsiteY12" fmla="*/ 0 h 3100423"/>
                  <a:gd name="connsiteX13" fmla="*/ 628331 w 1388961"/>
                  <a:gd name="connsiteY13" fmla="*/ 0 h 3100423"/>
                  <a:gd name="connsiteX14" fmla="*/ 1331059 w 1388961"/>
                  <a:gd name="connsiteY14" fmla="*/ 727556 h 3100423"/>
                  <a:gd name="connsiteX15" fmla="*/ 1331059 w 1388961"/>
                  <a:gd name="connsiteY15" fmla="*/ 1256663 h 3100423"/>
                  <a:gd name="connsiteX16" fmla="*/ 1145025 w 1388961"/>
                  <a:gd name="connsiteY16" fmla="*/ 1789938 h 3100423"/>
                  <a:gd name="connsiteX17" fmla="*/ 1388962 w 1388961"/>
                  <a:gd name="connsiteY17" fmla="*/ 3100337 h 3100423"/>
                  <a:gd name="connsiteX18" fmla="*/ 851520 w 1388961"/>
                  <a:gd name="connsiteY18" fmla="*/ 3100337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88961" h="3100423">
                    <a:moveTo>
                      <a:pt x="512527" y="1504767"/>
                    </a:moveTo>
                    <a:lnTo>
                      <a:pt x="628245" y="1504767"/>
                    </a:lnTo>
                    <a:cubicBezTo>
                      <a:pt x="756376" y="1504767"/>
                      <a:pt x="814279" y="1446865"/>
                      <a:pt x="814279" y="1260831"/>
                    </a:cubicBezTo>
                    <a:lnTo>
                      <a:pt x="814279" y="719309"/>
                    </a:lnTo>
                    <a:cubicBezTo>
                      <a:pt x="814279" y="541608"/>
                      <a:pt x="756463" y="479539"/>
                      <a:pt x="628245" y="479539"/>
                    </a:cubicBezTo>
                    <a:lnTo>
                      <a:pt x="512527" y="479539"/>
                    </a:lnTo>
                    <a:lnTo>
                      <a:pt x="512527" y="1504767"/>
                    </a:lnTo>
                    <a:close/>
                    <a:moveTo>
                      <a:pt x="851520" y="3100424"/>
                    </a:moveTo>
                    <a:lnTo>
                      <a:pt x="669653" y="1984306"/>
                    </a:lnTo>
                    <a:lnTo>
                      <a:pt x="512614" y="1984306"/>
                    </a:lnTo>
                    <a:lnTo>
                      <a:pt x="512614" y="3100424"/>
                    </a:lnTo>
                    <a:lnTo>
                      <a:pt x="0" y="3100424"/>
                    </a:lnTo>
                    <a:lnTo>
                      <a:pt x="0" y="0"/>
                    </a:lnTo>
                    <a:lnTo>
                      <a:pt x="628331" y="0"/>
                    </a:lnTo>
                    <a:cubicBezTo>
                      <a:pt x="1062382" y="0"/>
                      <a:pt x="1331059" y="268764"/>
                      <a:pt x="1331059" y="727556"/>
                    </a:cubicBezTo>
                    <a:lnTo>
                      <a:pt x="1331059" y="1256663"/>
                    </a:lnTo>
                    <a:cubicBezTo>
                      <a:pt x="1331059" y="1484019"/>
                      <a:pt x="1264910" y="1665973"/>
                      <a:pt x="1145025" y="1789938"/>
                    </a:cubicBezTo>
                    <a:lnTo>
                      <a:pt x="1388962" y="3100337"/>
                    </a:lnTo>
                    <a:lnTo>
                      <a:pt x="851520" y="3100337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A33E4D8B-277D-DC89-A8CC-DC130076DF5C}"/>
                  </a:ext>
                </a:extLst>
              </p:cNvPr>
              <p:cNvSpPr/>
              <p:nvPr/>
            </p:nvSpPr>
            <p:spPr>
              <a:xfrm>
                <a:off x="7130168" y="3719553"/>
                <a:ext cx="1343560" cy="3137664"/>
              </a:xfrm>
              <a:custGeom>
                <a:avLst/>
                <a:gdLst>
                  <a:gd name="connsiteX0" fmla="*/ 1343474 w 1343560"/>
                  <a:gd name="connsiteY0" fmla="*/ 0 h 3137664"/>
                  <a:gd name="connsiteX1" fmla="*/ 1343474 w 1343560"/>
                  <a:gd name="connsiteY1" fmla="*/ 2492753 h 3137664"/>
                  <a:gd name="connsiteX2" fmla="*/ 673820 w 1343560"/>
                  <a:gd name="connsiteY2" fmla="*/ 3137665 h 3137664"/>
                  <a:gd name="connsiteX3" fmla="*/ 0 w 1343560"/>
                  <a:gd name="connsiteY3" fmla="*/ 2492753 h 3137664"/>
                  <a:gd name="connsiteX4" fmla="*/ 0 w 1343560"/>
                  <a:gd name="connsiteY4" fmla="*/ 0 h 3137664"/>
                  <a:gd name="connsiteX5" fmla="*/ 516694 w 1343560"/>
                  <a:gd name="connsiteY5" fmla="*/ 0 h 3137664"/>
                  <a:gd name="connsiteX6" fmla="*/ 516694 w 1343560"/>
                  <a:gd name="connsiteY6" fmla="*/ 2492753 h 3137664"/>
                  <a:gd name="connsiteX7" fmla="*/ 673820 w 1343560"/>
                  <a:gd name="connsiteY7" fmla="*/ 2658126 h 3137664"/>
                  <a:gd name="connsiteX8" fmla="*/ 826780 w 1343560"/>
                  <a:gd name="connsiteY8" fmla="*/ 2492753 h 3137664"/>
                  <a:gd name="connsiteX9" fmla="*/ 826780 w 1343560"/>
                  <a:gd name="connsiteY9" fmla="*/ 0 h 3137664"/>
                  <a:gd name="connsiteX10" fmla="*/ 1343561 w 1343560"/>
                  <a:gd name="connsiteY10" fmla="*/ 0 h 3137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43560" h="3137664">
                    <a:moveTo>
                      <a:pt x="1343474" y="0"/>
                    </a:moveTo>
                    <a:lnTo>
                      <a:pt x="1343474" y="2492753"/>
                    </a:lnTo>
                    <a:cubicBezTo>
                      <a:pt x="1343474" y="2868901"/>
                      <a:pt x="1070629" y="3137665"/>
                      <a:pt x="673820" y="3137665"/>
                    </a:cubicBezTo>
                    <a:cubicBezTo>
                      <a:pt x="277011" y="3137665"/>
                      <a:pt x="0" y="2868901"/>
                      <a:pt x="0" y="2492753"/>
                    </a:cubicBezTo>
                    <a:lnTo>
                      <a:pt x="0" y="0"/>
                    </a:lnTo>
                    <a:lnTo>
                      <a:pt x="516694" y="0"/>
                    </a:lnTo>
                    <a:lnTo>
                      <a:pt x="516694" y="2492753"/>
                    </a:lnTo>
                    <a:cubicBezTo>
                      <a:pt x="516694" y="2596057"/>
                      <a:pt x="578676" y="2658126"/>
                      <a:pt x="673820" y="2658126"/>
                    </a:cubicBezTo>
                    <a:cubicBezTo>
                      <a:pt x="768964" y="2658126"/>
                      <a:pt x="826780" y="2596057"/>
                      <a:pt x="826780" y="2492753"/>
                    </a:cubicBezTo>
                    <a:lnTo>
                      <a:pt x="826780" y="0"/>
                    </a:lnTo>
                    <a:lnTo>
                      <a:pt x="1343561" y="0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F14F64B9-ED9F-D3B8-B477-AE5E557B8767}"/>
                  </a:ext>
                </a:extLst>
              </p:cNvPr>
              <p:cNvSpPr/>
              <p:nvPr/>
            </p:nvSpPr>
            <p:spPr>
              <a:xfrm>
                <a:off x="8634761" y="3678231"/>
                <a:ext cx="1293904" cy="3182980"/>
              </a:xfrm>
              <a:custGeom>
                <a:avLst/>
                <a:gdLst>
                  <a:gd name="connsiteX0" fmla="*/ 777211 w 1293904"/>
                  <a:gd name="connsiteY0" fmla="*/ 1033475 h 3182980"/>
                  <a:gd name="connsiteX1" fmla="*/ 777211 w 1293904"/>
                  <a:gd name="connsiteY1" fmla="*/ 624165 h 3182980"/>
                  <a:gd name="connsiteX2" fmla="*/ 644912 w 1293904"/>
                  <a:gd name="connsiteY2" fmla="*/ 479452 h 3182980"/>
                  <a:gd name="connsiteX3" fmla="*/ 512614 w 1293904"/>
                  <a:gd name="connsiteY3" fmla="*/ 624165 h 3182980"/>
                  <a:gd name="connsiteX4" fmla="*/ 512614 w 1293904"/>
                  <a:gd name="connsiteY4" fmla="*/ 872181 h 3182980"/>
                  <a:gd name="connsiteX5" fmla="*/ 835027 w 1293904"/>
                  <a:gd name="connsiteY5" fmla="*/ 1339307 h 3182980"/>
                  <a:gd name="connsiteX6" fmla="*/ 1293905 w 1293904"/>
                  <a:gd name="connsiteY6" fmla="*/ 2104017 h 3182980"/>
                  <a:gd name="connsiteX7" fmla="*/ 1293905 w 1293904"/>
                  <a:gd name="connsiteY7" fmla="*/ 2542235 h 3182980"/>
                  <a:gd name="connsiteX8" fmla="*/ 644912 w 1293904"/>
                  <a:gd name="connsiteY8" fmla="*/ 3182980 h 3182980"/>
                  <a:gd name="connsiteX9" fmla="*/ 0 w 1293904"/>
                  <a:gd name="connsiteY9" fmla="*/ 2542235 h 3182980"/>
                  <a:gd name="connsiteX10" fmla="*/ 0 w 1293904"/>
                  <a:gd name="connsiteY10" fmla="*/ 2149506 h 3182980"/>
                  <a:gd name="connsiteX11" fmla="*/ 508534 w 1293904"/>
                  <a:gd name="connsiteY11" fmla="*/ 2149506 h 3182980"/>
                  <a:gd name="connsiteX12" fmla="*/ 508534 w 1293904"/>
                  <a:gd name="connsiteY12" fmla="*/ 2554649 h 3182980"/>
                  <a:gd name="connsiteX13" fmla="*/ 644912 w 1293904"/>
                  <a:gd name="connsiteY13" fmla="*/ 2703441 h 3182980"/>
                  <a:gd name="connsiteX14" fmla="*/ 781291 w 1293904"/>
                  <a:gd name="connsiteY14" fmla="*/ 2554649 h 3182980"/>
                  <a:gd name="connsiteX15" fmla="*/ 781291 w 1293904"/>
                  <a:gd name="connsiteY15" fmla="*/ 2219822 h 3182980"/>
                  <a:gd name="connsiteX16" fmla="*/ 458878 w 1293904"/>
                  <a:gd name="connsiteY16" fmla="*/ 1711375 h 3182980"/>
                  <a:gd name="connsiteX17" fmla="*/ 4167 w 1293904"/>
                  <a:gd name="connsiteY17" fmla="*/ 946578 h 3182980"/>
                  <a:gd name="connsiteX18" fmla="*/ 4167 w 1293904"/>
                  <a:gd name="connsiteY18" fmla="*/ 644826 h 3182980"/>
                  <a:gd name="connsiteX19" fmla="*/ 644912 w 1293904"/>
                  <a:gd name="connsiteY19" fmla="*/ 0 h 3182980"/>
                  <a:gd name="connsiteX20" fmla="*/ 1289825 w 1293904"/>
                  <a:gd name="connsiteY20" fmla="*/ 644826 h 3182980"/>
                  <a:gd name="connsiteX21" fmla="*/ 1289825 w 1293904"/>
                  <a:gd name="connsiteY21" fmla="*/ 1033475 h 3182980"/>
                  <a:gd name="connsiteX22" fmla="*/ 777211 w 1293904"/>
                  <a:gd name="connsiteY22" fmla="*/ 1033475 h 31829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93904" h="3182980">
                    <a:moveTo>
                      <a:pt x="777211" y="1033475"/>
                    </a:moveTo>
                    <a:lnTo>
                      <a:pt x="777211" y="624165"/>
                    </a:lnTo>
                    <a:cubicBezTo>
                      <a:pt x="777211" y="533188"/>
                      <a:pt x="723475" y="479452"/>
                      <a:pt x="644912" y="479452"/>
                    </a:cubicBezTo>
                    <a:cubicBezTo>
                      <a:pt x="570516" y="479452"/>
                      <a:pt x="512614" y="533188"/>
                      <a:pt x="512614" y="624165"/>
                    </a:cubicBezTo>
                    <a:lnTo>
                      <a:pt x="512614" y="872181"/>
                    </a:lnTo>
                    <a:cubicBezTo>
                      <a:pt x="512614" y="1062383"/>
                      <a:pt x="545688" y="1107784"/>
                      <a:pt x="835027" y="1339307"/>
                    </a:cubicBezTo>
                    <a:cubicBezTo>
                      <a:pt x="1219509" y="1645225"/>
                      <a:pt x="1293905" y="1835340"/>
                      <a:pt x="1293905" y="2104017"/>
                    </a:cubicBezTo>
                    <a:lnTo>
                      <a:pt x="1293905" y="2542235"/>
                    </a:lnTo>
                    <a:cubicBezTo>
                      <a:pt x="1293905" y="2955625"/>
                      <a:pt x="1029308" y="3182980"/>
                      <a:pt x="644912" y="3182980"/>
                    </a:cubicBezTo>
                    <a:cubicBezTo>
                      <a:pt x="260517" y="3182980"/>
                      <a:pt x="0" y="2955625"/>
                      <a:pt x="0" y="2542235"/>
                    </a:cubicBezTo>
                    <a:lnTo>
                      <a:pt x="0" y="2149506"/>
                    </a:lnTo>
                    <a:lnTo>
                      <a:pt x="508534" y="2149506"/>
                    </a:lnTo>
                    <a:lnTo>
                      <a:pt x="508534" y="2554649"/>
                    </a:lnTo>
                    <a:cubicBezTo>
                      <a:pt x="508534" y="2649706"/>
                      <a:pt x="570516" y="2703441"/>
                      <a:pt x="644912" y="2703441"/>
                    </a:cubicBezTo>
                    <a:cubicBezTo>
                      <a:pt x="723475" y="2703441"/>
                      <a:pt x="781291" y="2649706"/>
                      <a:pt x="781291" y="2554649"/>
                    </a:cubicBezTo>
                    <a:lnTo>
                      <a:pt x="781291" y="2219822"/>
                    </a:lnTo>
                    <a:cubicBezTo>
                      <a:pt x="781291" y="1971805"/>
                      <a:pt x="719309" y="1926317"/>
                      <a:pt x="458878" y="1711375"/>
                    </a:cubicBezTo>
                    <a:cubicBezTo>
                      <a:pt x="70316" y="1388962"/>
                      <a:pt x="4167" y="1231836"/>
                      <a:pt x="4167" y="946578"/>
                    </a:cubicBezTo>
                    <a:lnTo>
                      <a:pt x="4167" y="644826"/>
                    </a:lnTo>
                    <a:cubicBezTo>
                      <a:pt x="4167" y="252097"/>
                      <a:pt x="264597" y="0"/>
                      <a:pt x="644912" y="0"/>
                    </a:cubicBezTo>
                    <a:cubicBezTo>
                      <a:pt x="1025227" y="0"/>
                      <a:pt x="1289825" y="252184"/>
                      <a:pt x="1289825" y="644826"/>
                    </a:cubicBezTo>
                    <a:lnTo>
                      <a:pt x="1289825" y="1033475"/>
                    </a:lnTo>
                    <a:lnTo>
                      <a:pt x="777211" y="1033475"/>
                    </a:lnTo>
                    <a:close/>
                  </a:path>
                </a:pathLst>
              </a:custGeom>
              <a:grpFill/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8F6F4775-2EC2-9DAA-7A99-600AABE53602}"/>
                </a:ext>
              </a:extLst>
            </p:cNvPr>
            <p:cNvSpPr/>
            <p:nvPr/>
          </p:nvSpPr>
          <p:spPr>
            <a:xfrm>
              <a:off x="10023810" y="3719553"/>
              <a:ext cx="1252583" cy="3100423"/>
            </a:xfrm>
            <a:custGeom>
              <a:avLst/>
              <a:gdLst>
                <a:gd name="connsiteX0" fmla="*/ 1252584 w 1252583"/>
                <a:gd name="connsiteY0" fmla="*/ 479539 h 3100423"/>
                <a:gd name="connsiteX1" fmla="*/ 880516 w 1252583"/>
                <a:gd name="connsiteY1" fmla="*/ 479539 h 3100423"/>
                <a:gd name="connsiteX2" fmla="*/ 880516 w 1252583"/>
                <a:gd name="connsiteY2" fmla="*/ 3100424 h 3100423"/>
                <a:gd name="connsiteX3" fmla="*/ 367901 w 1252583"/>
                <a:gd name="connsiteY3" fmla="*/ 3100424 h 3100423"/>
                <a:gd name="connsiteX4" fmla="*/ 367901 w 1252583"/>
                <a:gd name="connsiteY4" fmla="*/ 479539 h 3100423"/>
                <a:gd name="connsiteX5" fmla="*/ 0 w 1252583"/>
                <a:gd name="connsiteY5" fmla="*/ 479539 h 3100423"/>
                <a:gd name="connsiteX6" fmla="*/ 0 w 1252583"/>
                <a:gd name="connsiteY6" fmla="*/ 0 h 3100423"/>
                <a:gd name="connsiteX7" fmla="*/ 1252584 w 1252583"/>
                <a:gd name="connsiteY7" fmla="*/ 0 h 3100423"/>
                <a:gd name="connsiteX8" fmla="*/ 1252584 w 1252583"/>
                <a:gd name="connsiteY8" fmla="*/ 479539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2583" h="3100423">
                  <a:moveTo>
                    <a:pt x="1252584" y="479539"/>
                  </a:moveTo>
                  <a:lnTo>
                    <a:pt x="880516" y="479539"/>
                  </a:lnTo>
                  <a:lnTo>
                    <a:pt x="880516" y="3100424"/>
                  </a:lnTo>
                  <a:lnTo>
                    <a:pt x="367901" y="3100424"/>
                  </a:lnTo>
                  <a:lnTo>
                    <a:pt x="367901" y="479539"/>
                  </a:lnTo>
                  <a:lnTo>
                    <a:pt x="0" y="479539"/>
                  </a:lnTo>
                  <a:lnTo>
                    <a:pt x="0" y="0"/>
                  </a:lnTo>
                  <a:lnTo>
                    <a:pt x="1252584" y="0"/>
                  </a:lnTo>
                  <a:lnTo>
                    <a:pt x="1252584" y="479539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2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9BBBF0BA-99BB-2581-13FA-01AD2220F565}"/>
              </a:ext>
            </a:extLst>
          </p:cNvPr>
          <p:cNvPicPr>
            <a:picLocks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393630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C7B4FC1-5F10-9CB1-7E39-0007F559DD5E}"/>
              </a:ext>
            </a:extLst>
          </p:cNvPr>
          <p:cNvSpPr/>
          <p:nvPr/>
        </p:nvSpPr>
        <p:spPr>
          <a:xfrm>
            <a:off x="308198" y="5670552"/>
            <a:ext cx="11575605" cy="626760"/>
          </a:xfrm>
          <a:custGeom>
            <a:avLst/>
            <a:gdLst>
              <a:gd name="connsiteX0" fmla="*/ 5809477 w 11575605"/>
              <a:gd name="connsiteY0" fmla="*/ 4 h 1720849"/>
              <a:gd name="connsiteX1" fmla="*/ 11575605 w 11575605"/>
              <a:gd name="connsiteY1" fmla="*/ 609764 h 1720849"/>
              <a:gd name="connsiteX2" fmla="*/ 9609772 w 11575605"/>
              <a:gd name="connsiteY2" fmla="*/ 1720849 h 1720849"/>
              <a:gd name="connsiteX3" fmla="*/ 1970511 w 11575605"/>
              <a:gd name="connsiteY3" fmla="*/ 1720849 h 1720849"/>
              <a:gd name="connsiteX4" fmla="*/ 0 w 11575605"/>
              <a:gd name="connsiteY4" fmla="*/ 626760 h 1720849"/>
              <a:gd name="connsiteX5" fmla="*/ 5809477 w 11575605"/>
              <a:gd name="connsiteY5" fmla="*/ 4 h 1720849"/>
              <a:gd name="connsiteX0" fmla="*/ 1970511 w 11575605"/>
              <a:gd name="connsiteY0" fmla="*/ 1720849 h 1812289"/>
              <a:gd name="connsiteX1" fmla="*/ 0 w 11575605"/>
              <a:gd name="connsiteY1" fmla="*/ 626760 h 1812289"/>
              <a:gd name="connsiteX2" fmla="*/ 5809477 w 11575605"/>
              <a:gd name="connsiteY2" fmla="*/ 4 h 1812289"/>
              <a:gd name="connsiteX3" fmla="*/ 11575605 w 11575605"/>
              <a:gd name="connsiteY3" fmla="*/ 609764 h 1812289"/>
              <a:gd name="connsiteX4" fmla="*/ 9609772 w 11575605"/>
              <a:gd name="connsiteY4" fmla="*/ 1720849 h 1812289"/>
              <a:gd name="connsiteX5" fmla="*/ 2061951 w 11575605"/>
              <a:gd name="connsiteY5" fmla="*/ 1812289 h 1812289"/>
              <a:gd name="connsiteX0" fmla="*/ 1970511 w 11575605"/>
              <a:gd name="connsiteY0" fmla="*/ 1720849 h 1720849"/>
              <a:gd name="connsiteX1" fmla="*/ 0 w 11575605"/>
              <a:gd name="connsiteY1" fmla="*/ 626760 h 1720849"/>
              <a:gd name="connsiteX2" fmla="*/ 5809477 w 11575605"/>
              <a:gd name="connsiteY2" fmla="*/ 4 h 1720849"/>
              <a:gd name="connsiteX3" fmla="*/ 11575605 w 11575605"/>
              <a:gd name="connsiteY3" fmla="*/ 609764 h 1720849"/>
              <a:gd name="connsiteX4" fmla="*/ 9609772 w 11575605"/>
              <a:gd name="connsiteY4" fmla="*/ 1720849 h 1720849"/>
              <a:gd name="connsiteX0" fmla="*/ 0 w 11575605"/>
              <a:gd name="connsiteY0" fmla="*/ 626760 h 1720849"/>
              <a:gd name="connsiteX1" fmla="*/ 5809477 w 11575605"/>
              <a:gd name="connsiteY1" fmla="*/ 4 h 1720849"/>
              <a:gd name="connsiteX2" fmla="*/ 11575605 w 11575605"/>
              <a:gd name="connsiteY2" fmla="*/ 609764 h 1720849"/>
              <a:gd name="connsiteX3" fmla="*/ 9609772 w 11575605"/>
              <a:gd name="connsiteY3" fmla="*/ 1720849 h 1720849"/>
              <a:gd name="connsiteX0" fmla="*/ 0 w 11575605"/>
              <a:gd name="connsiteY0" fmla="*/ 626760 h 626760"/>
              <a:gd name="connsiteX1" fmla="*/ 5809477 w 11575605"/>
              <a:gd name="connsiteY1" fmla="*/ 4 h 626760"/>
              <a:gd name="connsiteX2" fmla="*/ 11575605 w 11575605"/>
              <a:gd name="connsiteY2" fmla="*/ 609764 h 626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75605" h="626760">
                <a:moveTo>
                  <a:pt x="0" y="626760"/>
                </a:moveTo>
                <a:cubicBezTo>
                  <a:pt x="1728228" y="218748"/>
                  <a:pt x="3746287" y="1030"/>
                  <a:pt x="5809477" y="4"/>
                </a:cubicBezTo>
                <a:cubicBezTo>
                  <a:pt x="7853204" y="-1012"/>
                  <a:pt x="9854683" y="210641"/>
                  <a:pt x="11575605" y="609764"/>
                </a:cubicBezTo>
              </a:path>
            </a:pathLst>
          </a:custGeom>
          <a:ln w="12700">
            <a:solidFill>
              <a:schemeClr val="bg1"/>
            </a:solidFill>
          </a:ln>
          <a:effectLst>
            <a:outerShdw blurRad="190500" dist="20000" dir="5400000" rotWithShape="0">
              <a:srgbClr val="000000">
                <a:alpha val="20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pic>
        <p:nvPicPr>
          <p:cNvPr id="7" name="Graphique 6">
            <a:extLst>
              <a:ext uri="{FF2B5EF4-FFF2-40B4-BE49-F238E27FC236}">
                <a16:creationId xmlns:a16="http://schemas.microsoft.com/office/drawing/2014/main" id="{E0C741DD-78D5-B33E-6760-2F721D3728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48276" y="6067171"/>
            <a:ext cx="1695448" cy="356044"/>
          </a:xfrm>
          <a:prstGeom prst="rect">
            <a:avLst/>
          </a:prstGeom>
        </p:spPr>
      </p:pic>
      <p:grpSp>
        <p:nvGrpSpPr>
          <p:cNvPr id="27" name="Groupe 26">
            <a:extLst>
              <a:ext uri="{FF2B5EF4-FFF2-40B4-BE49-F238E27FC236}">
                <a16:creationId xmlns:a16="http://schemas.microsoft.com/office/drawing/2014/main" id="{C3F1D64C-9BE7-9463-D7A2-D4DA86C77212}"/>
              </a:ext>
            </a:extLst>
          </p:cNvPr>
          <p:cNvGrpSpPr/>
          <p:nvPr/>
        </p:nvGrpSpPr>
        <p:grpSpPr>
          <a:xfrm>
            <a:off x="4615543" y="2458519"/>
            <a:ext cx="2960914" cy="1940962"/>
            <a:chOff x="861349" y="0"/>
            <a:chExt cx="10466695" cy="6861211"/>
          </a:xfrm>
        </p:grpSpPr>
        <p:grpSp>
          <p:nvGrpSpPr>
            <p:cNvPr id="10" name="Graphique 7">
              <a:extLst>
                <a:ext uri="{FF2B5EF4-FFF2-40B4-BE49-F238E27FC236}">
                  <a16:creationId xmlns:a16="http://schemas.microsoft.com/office/drawing/2014/main" id="{25593FCB-7F44-74C3-EA1E-CEB7F2F67530}"/>
                </a:ext>
              </a:extLst>
            </p:cNvPr>
            <p:cNvGrpSpPr/>
            <p:nvPr/>
          </p:nvGrpSpPr>
          <p:grpSpPr>
            <a:xfrm>
              <a:off x="861349" y="0"/>
              <a:ext cx="2835739" cy="3183067"/>
              <a:chOff x="861349" y="0"/>
              <a:chExt cx="2835739" cy="3183067"/>
            </a:xfrm>
            <a:solidFill>
              <a:srgbClr val="FFFFFF"/>
            </a:solidFill>
          </p:grpSpPr>
          <p:sp>
            <p:nvSpPr>
              <p:cNvPr id="11" name="Forme libre : forme 10">
                <a:extLst>
                  <a:ext uri="{FF2B5EF4-FFF2-40B4-BE49-F238E27FC236}">
                    <a16:creationId xmlns:a16="http://schemas.microsoft.com/office/drawing/2014/main" id="{F867BA74-350C-1350-7B15-EDD32886BA65}"/>
                  </a:ext>
                </a:extLst>
              </p:cNvPr>
              <p:cNvSpPr/>
              <p:nvPr/>
            </p:nvSpPr>
            <p:spPr>
              <a:xfrm>
                <a:off x="861349" y="41321"/>
                <a:ext cx="1331146" cy="3100336"/>
              </a:xfrm>
              <a:custGeom>
                <a:avLst/>
                <a:gdLst>
                  <a:gd name="connsiteX0" fmla="*/ 814366 w 1331146"/>
                  <a:gd name="connsiteY0" fmla="*/ 872268 h 3100336"/>
                  <a:gd name="connsiteX1" fmla="*/ 587010 w 1331146"/>
                  <a:gd name="connsiteY1" fmla="*/ 479539 h 3100336"/>
                  <a:gd name="connsiteX2" fmla="*/ 512614 w 1331146"/>
                  <a:gd name="connsiteY2" fmla="*/ 479539 h 3100336"/>
                  <a:gd name="connsiteX3" fmla="*/ 512614 w 1331146"/>
                  <a:gd name="connsiteY3" fmla="*/ 1430371 h 3100336"/>
                  <a:gd name="connsiteX4" fmla="*/ 587010 w 1331146"/>
                  <a:gd name="connsiteY4" fmla="*/ 1430371 h 3100336"/>
                  <a:gd name="connsiteX5" fmla="*/ 814366 w 1331146"/>
                  <a:gd name="connsiteY5" fmla="*/ 1037641 h 3100336"/>
                  <a:gd name="connsiteX6" fmla="*/ 814366 w 1331146"/>
                  <a:gd name="connsiteY6" fmla="*/ 872268 h 3100336"/>
                  <a:gd name="connsiteX7" fmla="*/ 1331146 w 1331146"/>
                  <a:gd name="connsiteY7" fmla="*/ 880515 h 3100336"/>
                  <a:gd name="connsiteX8" fmla="*/ 1331146 w 1331146"/>
                  <a:gd name="connsiteY8" fmla="*/ 1029308 h 3100336"/>
                  <a:gd name="connsiteX9" fmla="*/ 587097 w 1331146"/>
                  <a:gd name="connsiteY9" fmla="*/ 1905656 h 3100336"/>
                  <a:gd name="connsiteX10" fmla="*/ 512701 w 1331146"/>
                  <a:gd name="connsiteY10" fmla="*/ 1905656 h 3100336"/>
                  <a:gd name="connsiteX11" fmla="*/ 512701 w 1331146"/>
                  <a:gd name="connsiteY11" fmla="*/ 3100337 h 3100336"/>
                  <a:gd name="connsiteX12" fmla="*/ 0 w 1331146"/>
                  <a:gd name="connsiteY12" fmla="*/ 3100337 h 3100336"/>
                  <a:gd name="connsiteX13" fmla="*/ 0 w 1331146"/>
                  <a:gd name="connsiteY13" fmla="*/ 0 h 3100336"/>
                  <a:gd name="connsiteX14" fmla="*/ 587010 w 1331146"/>
                  <a:gd name="connsiteY14" fmla="*/ 0 h 3100336"/>
                  <a:gd name="connsiteX15" fmla="*/ 1331060 w 1331146"/>
                  <a:gd name="connsiteY15" fmla="*/ 880515 h 3100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31146" h="3100336">
                    <a:moveTo>
                      <a:pt x="814366" y="872268"/>
                    </a:moveTo>
                    <a:cubicBezTo>
                      <a:pt x="814366" y="549855"/>
                      <a:pt x="735803" y="479539"/>
                      <a:pt x="587010" y="479539"/>
                    </a:cubicBezTo>
                    <a:lnTo>
                      <a:pt x="512614" y="479539"/>
                    </a:lnTo>
                    <a:lnTo>
                      <a:pt x="512614" y="1430371"/>
                    </a:lnTo>
                    <a:lnTo>
                      <a:pt x="587010" y="1430371"/>
                    </a:lnTo>
                    <a:cubicBezTo>
                      <a:pt x="735803" y="1430371"/>
                      <a:pt x="814366" y="1360054"/>
                      <a:pt x="814366" y="1037641"/>
                    </a:cubicBezTo>
                    <a:lnTo>
                      <a:pt x="814366" y="872268"/>
                    </a:lnTo>
                    <a:close/>
                    <a:moveTo>
                      <a:pt x="1331146" y="880515"/>
                    </a:moveTo>
                    <a:lnTo>
                      <a:pt x="1331146" y="1029308"/>
                    </a:lnTo>
                    <a:cubicBezTo>
                      <a:pt x="1331146" y="1645312"/>
                      <a:pt x="1083130" y="1905656"/>
                      <a:pt x="587097" y="1905656"/>
                    </a:cubicBezTo>
                    <a:lnTo>
                      <a:pt x="512701" y="1905656"/>
                    </a:lnTo>
                    <a:lnTo>
                      <a:pt x="512701" y="3100337"/>
                    </a:lnTo>
                    <a:lnTo>
                      <a:pt x="0" y="3100337"/>
                    </a:lnTo>
                    <a:lnTo>
                      <a:pt x="0" y="0"/>
                    </a:lnTo>
                    <a:lnTo>
                      <a:pt x="587010" y="0"/>
                    </a:lnTo>
                    <a:cubicBezTo>
                      <a:pt x="1083043" y="0"/>
                      <a:pt x="1331060" y="260430"/>
                      <a:pt x="1331060" y="880515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2" name="Forme libre : forme 11">
                <a:extLst>
                  <a:ext uri="{FF2B5EF4-FFF2-40B4-BE49-F238E27FC236}">
                    <a16:creationId xmlns:a16="http://schemas.microsoft.com/office/drawing/2014/main" id="{331B8D34-9291-0919-40FE-ACD26FAA80F4}"/>
                  </a:ext>
                </a:extLst>
              </p:cNvPr>
              <p:cNvSpPr/>
              <p:nvPr/>
            </p:nvSpPr>
            <p:spPr>
              <a:xfrm>
                <a:off x="2353614" y="0"/>
                <a:ext cx="1343473" cy="3183067"/>
              </a:xfrm>
              <a:custGeom>
                <a:avLst/>
                <a:gdLst>
                  <a:gd name="connsiteX0" fmla="*/ 673820 w 1343473"/>
                  <a:gd name="connsiteY0" fmla="*/ 475372 h 3183067"/>
                  <a:gd name="connsiteX1" fmla="*/ 516694 w 1343473"/>
                  <a:gd name="connsiteY1" fmla="*/ 644912 h 3183067"/>
                  <a:gd name="connsiteX2" fmla="*/ 516694 w 1343473"/>
                  <a:gd name="connsiteY2" fmla="*/ 2538242 h 3183067"/>
                  <a:gd name="connsiteX3" fmla="*/ 673820 w 1343473"/>
                  <a:gd name="connsiteY3" fmla="*/ 2707782 h 3183067"/>
                  <a:gd name="connsiteX4" fmla="*/ 830860 w 1343473"/>
                  <a:gd name="connsiteY4" fmla="*/ 2538242 h 3183067"/>
                  <a:gd name="connsiteX5" fmla="*/ 830860 w 1343473"/>
                  <a:gd name="connsiteY5" fmla="*/ 644912 h 3183067"/>
                  <a:gd name="connsiteX6" fmla="*/ 673820 w 1343473"/>
                  <a:gd name="connsiteY6" fmla="*/ 475372 h 3183067"/>
                  <a:gd name="connsiteX7" fmla="*/ 1343474 w 1343473"/>
                  <a:gd name="connsiteY7" fmla="*/ 644912 h 3183067"/>
                  <a:gd name="connsiteX8" fmla="*/ 1343474 w 1343473"/>
                  <a:gd name="connsiteY8" fmla="*/ 2538242 h 3183067"/>
                  <a:gd name="connsiteX9" fmla="*/ 673820 w 1343473"/>
                  <a:gd name="connsiteY9" fmla="*/ 3183067 h 3183067"/>
                  <a:gd name="connsiteX10" fmla="*/ 0 w 1343473"/>
                  <a:gd name="connsiteY10" fmla="*/ 2538242 h 3183067"/>
                  <a:gd name="connsiteX11" fmla="*/ 0 w 1343473"/>
                  <a:gd name="connsiteY11" fmla="*/ 644912 h 3183067"/>
                  <a:gd name="connsiteX12" fmla="*/ 673820 w 1343473"/>
                  <a:gd name="connsiteY12" fmla="*/ 0 h 3183067"/>
                  <a:gd name="connsiteX13" fmla="*/ 1343474 w 1343473"/>
                  <a:gd name="connsiteY13" fmla="*/ 644912 h 3183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43473" h="3183067">
                    <a:moveTo>
                      <a:pt x="673820" y="475372"/>
                    </a:moveTo>
                    <a:cubicBezTo>
                      <a:pt x="578676" y="475372"/>
                      <a:pt x="516694" y="541522"/>
                      <a:pt x="516694" y="644912"/>
                    </a:cubicBezTo>
                    <a:lnTo>
                      <a:pt x="516694" y="2538242"/>
                    </a:lnTo>
                    <a:cubicBezTo>
                      <a:pt x="516694" y="2641546"/>
                      <a:pt x="578676" y="2707782"/>
                      <a:pt x="673820" y="2707782"/>
                    </a:cubicBezTo>
                    <a:cubicBezTo>
                      <a:pt x="768964" y="2707782"/>
                      <a:pt x="830860" y="2641632"/>
                      <a:pt x="830860" y="2538242"/>
                    </a:cubicBezTo>
                    <a:lnTo>
                      <a:pt x="830860" y="644912"/>
                    </a:lnTo>
                    <a:cubicBezTo>
                      <a:pt x="830860" y="541608"/>
                      <a:pt x="768877" y="475372"/>
                      <a:pt x="673820" y="475372"/>
                    </a:cubicBezTo>
                    <a:moveTo>
                      <a:pt x="1343474" y="644912"/>
                    </a:moveTo>
                    <a:lnTo>
                      <a:pt x="1343474" y="2538242"/>
                    </a:lnTo>
                    <a:cubicBezTo>
                      <a:pt x="1343474" y="2914390"/>
                      <a:pt x="1070629" y="3183067"/>
                      <a:pt x="673820" y="3183067"/>
                    </a:cubicBezTo>
                    <a:cubicBezTo>
                      <a:pt x="277011" y="3183067"/>
                      <a:pt x="0" y="2914390"/>
                      <a:pt x="0" y="2538242"/>
                    </a:cubicBezTo>
                    <a:lnTo>
                      <a:pt x="0" y="644912"/>
                    </a:lnTo>
                    <a:cubicBezTo>
                      <a:pt x="0" y="268764"/>
                      <a:pt x="272844" y="0"/>
                      <a:pt x="673820" y="0"/>
                    </a:cubicBezTo>
                    <a:cubicBezTo>
                      <a:pt x="1074796" y="0"/>
                      <a:pt x="1343474" y="268764"/>
                      <a:pt x="1343474" y="64491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F5762539-1930-BA2C-E334-B6F89AFA6F84}"/>
                </a:ext>
              </a:extLst>
            </p:cNvPr>
            <p:cNvSpPr/>
            <p:nvPr/>
          </p:nvSpPr>
          <p:spPr>
            <a:xfrm>
              <a:off x="3746743" y="41321"/>
              <a:ext cx="2128931" cy="3100423"/>
            </a:xfrm>
            <a:custGeom>
              <a:avLst/>
              <a:gdLst>
                <a:gd name="connsiteX0" fmla="*/ 2128932 w 2128931"/>
                <a:gd name="connsiteY0" fmla="*/ 0 h 3100423"/>
                <a:gd name="connsiteX1" fmla="*/ 1752783 w 2128931"/>
                <a:gd name="connsiteY1" fmla="*/ 3100424 h 3100423"/>
                <a:gd name="connsiteX2" fmla="*/ 1223589 w 2128931"/>
                <a:gd name="connsiteY2" fmla="*/ 3100424 h 3100423"/>
                <a:gd name="connsiteX3" fmla="*/ 1062382 w 2128931"/>
                <a:gd name="connsiteY3" fmla="*/ 1260830 h 3100423"/>
                <a:gd name="connsiteX4" fmla="*/ 901176 w 2128931"/>
                <a:gd name="connsiteY4" fmla="*/ 3100424 h 3100423"/>
                <a:gd name="connsiteX5" fmla="*/ 376148 w 2128931"/>
                <a:gd name="connsiteY5" fmla="*/ 3100424 h 3100423"/>
                <a:gd name="connsiteX6" fmla="*/ 0 w 2128931"/>
                <a:gd name="connsiteY6" fmla="*/ 0 h 3100423"/>
                <a:gd name="connsiteX7" fmla="*/ 500200 w 2128931"/>
                <a:gd name="connsiteY7" fmla="*/ 0 h 3100423"/>
                <a:gd name="connsiteX8" fmla="*/ 665573 w 2128931"/>
                <a:gd name="connsiteY8" fmla="*/ 1942984 h 3100423"/>
                <a:gd name="connsiteX9" fmla="*/ 826780 w 2128931"/>
                <a:gd name="connsiteY9" fmla="*/ 0 h 3100423"/>
                <a:gd name="connsiteX10" fmla="*/ 1322813 w 2128931"/>
                <a:gd name="connsiteY10" fmla="*/ 0 h 3100423"/>
                <a:gd name="connsiteX11" fmla="*/ 1484019 w 2128931"/>
                <a:gd name="connsiteY11" fmla="*/ 1938817 h 3100423"/>
                <a:gd name="connsiteX12" fmla="*/ 1645226 w 2128931"/>
                <a:gd name="connsiteY12" fmla="*/ 0 h 3100423"/>
                <a:gd name="connsiteX13" fmla="*/ 2128932 w 2128931"/>
                <a:gd name="connsiteY13" fmla="*/ 0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8931" h="3100423">
                  <a:moveTo>
                    <a:pt x="2128932" y="0"/>
                  </a:moveTo>
                  <a:lnTo>
                    <a:pt x="1752783" y="3100424"/>
                  </a:lnTo>
                  <a:lnTo>
                    <a:pt x="1223589" y="3100424"/>
                  </a:lnTo>
                  <a:lnTo>
                    <a:pt x="1062382" y="1260830"/>
                  </a:lnTo>
                  <a:lnTo>
                    <a:pt x="901176" y="3100424"/>
                  </a:lnTo>
                  <a:lnTo>
                    <a:pt x="376148" y="3100424"/>
                  </a:lnTo>
                  <a:lnTo>
                    <a:pt x="0" y="0"/>
                  </a:lnTo>
                  <a:lnTo>
                    <a:pt x="500200" y="0"/>
                  </a:lnTo>
                  <a:lnTo>
                    <a:pt x="665573" y="1942984"/>
                  </a:lnTo>
                  <a:lnTo>
                    <a:pt x="826780" y="0"/>
                  </a:lnTo>
                  <a:lnTo>
                    <a:pt x="1322813" y="0"/>
                  </a:lnTo>
                  <a:lnTo>
                    <a:pt x="1484019" y="1938817"/>
                  </a:lnTo>
                  <a:lnTo>
                    <a:pt x="1645226" y="0"/>
                  </a:lnTo>
                  <a:lnTo>
                    <a:pt x="212893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D1685E00-F3D8-7500-A94C-D52A242FC47C}"/>
                </a:ext>
              </a:extLst>
            </p:cNvPr>
            <p:cNvSpPr/>
            <p:nvPr/>
          </p:nvSpPr>
          <p:spPr>
            <a:xfrm>
              <a:off x="5970645" y="41408"/>
              <a:ext cx="1074883" cy="3100336"/>
            </a:xfrm>
            <a:custGeom>
              <a:avLst/>
              <a:gdLst>
                <a:gd name="connsiteX0" fmla="*/ 1074883 w 1074883"/>
                <a:gd name="connsiteY0" fmla="*/ 2620798 h 3100336"/>
                <a:gd name="connsiteX1" fmla="*/ 1074883 w 1074883"/>
                <a:gd name="connsiteY1" fmla="*/ 3100337 h 3100336"/>
                <a:gd name="connsiteX2" fmla="*/ 0 w 1074883"/>
                <a:gd name="connsiteY2" fmla="*/ 3100337 h 3100336"/>
                <a:gd name="connsiteX3" fmla="*/ 0 w 1074883"/>
                <a:gd name="connsiteY3" fmla="*/ 0 h 3100336"/>
                <a:gd name="connsiteX4" fmla="*/ 1070716 w 1074883"/>
                <a:gd name="connsiteY4" fmla="*/ 0 h 3100336"/>
                <a:gd name="connsiteX5" fmla="*/ 1070716 w 1074883"/>
                <a:gd name="connsiteY5" fmla="*/ 479452 h 3100336"/>
                <a:gd name="connsiteX6" fmla="*/ 512614 w 1074883"/>
                <a:gd name="connsiteY6" fmla="*/ 479452 h 3100336"/>
                <a:gd name="connsiteX7" fmla="*/ 512614 w 1074883"/>
                <a:gd name="connsiteY7" fmla="*/ 1248417 h 3100336"/>
                <a:gd name="connsiteX8" fmla="*/ 950832 w 1074883"/>
                <a:gd name="connsiteY8" fmla="*/ 1248417 h 3100336"/>
                <a:gd name="connsiteX9" fmla="*/ 950832 w 1074883"/>
                <a:gd name="connsiteY9" fmla="*/ 1727956 h 3100336"/>
                <a:gd name="connsiteX10" fmla="*/ 512614 w 1074883"/>
                <a:gd name="connsiteY10" fmla="*/ 1727956 h 3100336"/>
                <a:gd name="connsiteX11" fmla="*/ 512614 w 1074883"/>
                <a:gd name="connsiteY11" fmla="*/ 2620798 h 3100336"/>
                <a:gd name="connsiteX12" fmla="*/ 1074883 w 1074883"/>
                <a:gd name="connsiteY12" fmla="*/ 2620798 h 3100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4883" h="3100336">
                  <a:moveTo>
                    <a:pt x="1074883" y="2620798"/>
                  </a:moveTo>
                  <a:lnTo>
                    <a:pt x="1074883" y="3100337"/>
                  </a:lnTo>
                  <a:lnTo>
                    <a:pt x="0" y="3100337"/>
                  </a:lnTo>
                  <a:lnTo>
                    <a:pt x="0" y="0"/>
                  </a:lnTo>
                  <a:lnTo>
                    <a:pt x="1070716" y="0"/>
                  </a:lnTo>
                  <a:lnTo>
                    <a:pt x="1070716" y="479452"/>
                  </a:lnTo>
                  <a:lnTo>
                    <a:pt x="512614" y="479452"/>
                  </a:lnTo>
                  <a:lnTo>
                    <a:pt x="512614" y="1248417"/>
                  </a:lnTo>
                  <a:lnTo>
                    <a:pt x="950832" y="1248417"/>
                  </a:lnTo>
                  <a:lnTo>
                    <a:pt x="950832" y="1727956"/>
                  </a:lnTo>
                  <a:lnTo>
                    <a:pt x="512614" y="1727956"/>
                  </a:lnTo>
                  <a:lnTo>
                    <a:pt x="512614" y="2620798"/>
                  </a:lnTo>
                  <a:lnTo>
                    <a:pt x="1074883" y="2620798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orme libre : forme 14">
              <a:extLst>
                <a:ext uri="{FF2B5EF4-FFF2-40B4-BE49-F238E27FC236}">
                  <a16:creationId xmlns:a16="http://schemas.microsoft.com/office/drawing/2014/main" id="{FD8D460A-14F6-4401-D092-8F196F99B36D}"/>
                </a:ext>
              </a:extLst>
            </p:cNvPr>
            <p:cNvSpPr/>
            <p:nvPr/>
          </p:nvSpPr>
          <p:spPr>
            <a:xfrm>
              <a:off x="7219148" y="41321"/>
              <a:ext cx="1388961" cy="3100423"/>
            </a:xfrm>
            <a:custGeom>
              <a:avLst/>
              <a:gdLst>
                <a:gd name="connsiteX0" fmla="*/ 512527 w 1388961"/>
                <a:gd name="connsiteY0" fmla="*/ 1504767 h 3100423"/>
                <a:gd name="connsiteX1" fmla="*/ 628245 w 1388961"/>
                <a:gd name="connsiteY1" fmla="*/ 1504767 h 3100423"/>
                <a:gd name="connsiteX2" fmla="*/ 814279 w 1388961"/>
                <a:gd name="connsiteY2" fmla="*/ 1260830 h 3100423"/>
                <a:gd name="connsiteX3" fmla="*/ 814279 w 1388961"/>
                <a:gd name="connsiteY3" fmla="*/ 719222 h 3100423"/>
                <a:gd name="connsiteX4" fmla="*/ 628245 w 1388961"/>
                <a:gd name="connsiteY4" fmla="*/ 479452 h 3100423"/>
                <a:gd name="connsiteX5" fmla="*/ 512527 w 1388961"/>
                <a:gd name="connsiteY5" fmla="*/ 479452 h 3100423"/>
                <a:gd name="connsiteX6" fmla="*/ 512527 w 1388961"/>
                <a:gd name="connsiteY6" fmla="*/ 1504680 h 3100423"/>
                <a:gd name="connsiteX7" fmla="*/ 851520 w 1388961"/>
                <a:gd name="connsiteY7" fmla="*/ 3100424 h 3100423"/>
                <a:gd name="connsiteX8" fmla="*/ 669653 w 1388961"/>
                <a:gd name="connsiteY8" fmla="*/ 1984306 h 3100423"/>
                <a:gd name="connsiteX9" fmla="*/ 512614 w 1388961"/>
                <a:gd name="connsiteY9" fmla="*/ 1984306 h 3100423"/>
                <a:gd name="connsiteX10" fmla="*/ 512614 w 1388961"/>
                <a:gd name="connsiteY10" fmla="*/ 3100424 h 3100423"/>
                <a:gd name="connsiteX11" fmla="*/ 0 w 1388961"/>
                <a:gd name="connsiteY11" fmla="*/ 3100424 h 3100423"/>
                <a:gd name="connsiteX12" fmla="*/ 0 w 1388961"/>
                <a:gd name="connsiteY12" fmla="*/ 0 h 3100423"/>
                <a:gd name="connsiteX13" fmla="*/ 628332 w 1388961"/>
                <a:gd name="connsiteY13" fmla="*/ 0 h 3100423"/>
                <a:gd name="connsiteX14" fmla="*/ 1331060 w 1388961"/>
                <a:gd name="connsiteY14" fmla="*/ 727556 h 3100423"/>
                <a:gd name="connsiteX15" fmla="*/ 1331060 w 1388961"/>
                <a:gd name="connsiteY15" fmla="*/ 1256663 h 3100423"/>
                <a:gd name="connsiteX16" fmla="*/ 1145026 w 1388961"/>
                <a:gd name="connsiteY16" fmla="*/ 1789938 h 3100423"/>
                <a:gd name="connsiteX17" fmla="*/ 1388962 w 1388961"/>
                <a:gd name="connsiteY17" fmla="*/ 3100337 h 3100423"/>
                <a:gd name="connsiteX18" fmla="*/ 851520 w 1388961"/>
                <a:gd name="connsiteY18" fmla="*/ 3100337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8961" h="3100423">
                  <a:moveTo>
                    <a:pt x="512527" y="1504767"/>
                  </a:moveTo>
                  <a:lnTo>
                    <a:pt x="628245" y="1504767"/>
                  </a:lnTo>
                  <a:cubicBezTo>
                    <a:pt x="756377" y="1504767"/>
                    <a:pt x="814279" y="1446864"/>
                    <a:pt x="814279" y="1260830"/>
                  </a:cubicBezTo>
                  <a:lnTo>
                    <a:pt x="814279" y="719222"/>
                  </a:lnTo>
                  <a:cubicBezTo>
                    <a:pt x="814279" y="541522"/>
                    <a:pt x="756464" y="479452"/>
                    <a:pt x="628245" y="479452"/>
                  </a:cubicBezTo>
                  <a:lnTo>
                    <a:pt x="512527" y="479452"/>
                  </a:lnTo>
                  <a:lnTo>
                    <a:pt x="512527" y="1504680"/>
                  </a:lnTo>
                  <a:close/>
                  <a:moveTo>
                    <a:pt x="851520" y="3100424"/>
                  </a:moveTo>
                  <a:lnTo>
                    <a:pt x="669653" y="1984306"/>
                  </a:lnTo>
                  <a:lnTo>
                    <a:pt x="512614" y="1984306"/>
                  </a:lnTo>
                  <a:lnTo>
                    <a:pt x="512614" y="3100424"/>
                  </a:lnTo>
                  <a:lnTo>
                    <a:pt x="0" y="3100424"/>
                  </a:lnTo>
                  <a:lnTo>
                    <a:pt x="0" y="0"/>
                  </a:lnTo>
                  <a:lnTo>
                    <a:pt x="628332" y="0"/>
                  </a:lnTo>
                  <a:cubicBezTo>
                    <a:pt x="1062382" y="0"/>
                    <a:pt x="1331060" y="268764"/>
                    <a:pt x="1331060" y="727556"/>
                  </a:cubicBezTo>
                  <a:lnTo>
                    <a:pt x="1331060" y="1256663"/>
                  </a:lnTo>
                  <a:cubicBezTo>
                    <a:pt x="1331060" y="1484019"/>
                    <a:pt x="1264911" y="1665886"/>
                    <a:pt x="1145026" y="1789938"/>
                  </a:cubicBezTo>
                  <a:lnTo>
                    <a:pt x="1388962" y="3100337"/>
                  </a:lnTo>
                  <a:lnTo>
                    <a:pt x="851520" y="310033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68CEAB1-53F6-99D3-BA30-373733D2507B}"/>
                </a:ext>
              </a:extLst>
            </p:cNvPr>
            <p:cNvSpPr/>
            <p:nvPr/>
          </p:nvSpPr>
          <p:spPr>
            <a:xfrm>
              <a:off x="8744402" y="41408"/>
              <a:ext cx="1074796" cy="3100336"/>
            </a:xfrm>
            <a:custGeom>
              <a:avLst/>
              <a:gdLst>
                <a:gd name="connsiteX0" fmla="*/ 1074796 w 1074796"/>
                <a:gd name="connsiteY0" fmla="*/ 2620798 h 3100336"/>
                <a:gd name="connsiteX1" fmla="*/ 1074796 w 1074796"/>
                <a:gd name="connsiteY1" fmla="*/ 3100337 h 3100336"/>
                <a:gd name="connsiteX2" fmla="*/ 0 w 1074796"/>
                <a:gd name="connsiteY2" fmla="*/ 3100337 h 3100336"/>
                <a:gd name="connsiteX3" fmla="*/ 0 w 1074796"/>
                <a:gd name="connsiteY3" fmla="*/ 0 h 3100336"/>
                <a:gd name="connsiteX4" fmla="*/ 1070716 w 1074796"/>
                <a:gd name="connsiteY4" fmla="*/ 0 h 3100336"/>
                <a:gd name="connsiteX5" fmla="*/ 1070716 w 1074796"/>
                <a:gd name="connsiteY5" fmla="*/ 479452 h 3100336"/>
                <a:gd name="connsiteX6" fmla="*/ 512614 w 1074796"/>
                <a:gd name="connsiteY6" fmla="*/ 479452 h 3100336"/>
                <a:gd name="connsiteX7" fmla="*/ 512614 w 1074796"/>
                <a:gd name="connsiteY7" fmla="*/ 1248417 h 3100336"/>
                <a:gd name="connsiteX8" fmla="*/ 950744 w 1074796"/>
                <a:gd name="connsiteY8" fmla="*/ 1248417 h 3100336"/>
                <a:gd name="connsiteX9" fmla="*/ 950744 w 1074796"/>
                <a:gd name="connsiteY9" fmla="*/ 1727956 h 3100336"/>
                <a:gd name="connsiteX10" fmla="*/ 512614 w 1074796"/>
                <a:gd name="connsiteY10" fmla="*/ 1727956 h 3100336"/>
                <a:gd name="connsiteX11" fmla="*/ 512614 w 1074796"/>
                <a:gd name="connsiteY11" fmla="*/ 2620798 h 3100336"/>
                <a:gd name="connsiteX12" fmla="*/ 1074796 w 1074796"/>
                <a:gd name="connsiteY12" fmla="*/ 2620798 h 3100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4796" h="3100336">
                  <a:moveTo>
                    <a:pt x="1074796" y="2620798"/>
                  </a:moveTo>
                  <a:lnTo>
                    <a:pt x="1074796" y="3100337"/>
                  </a:lnTo>
                  <a:lnTo>
                    <a:pt x="0" y="3100337"/>
                  </a:lnTo>
                  <a:lnTo>
                    <a:pt x="0" y="0"/>
                  </a:lnTo>
                  <a:lnTo>
                    <a:pt x="1070716" y="0"/>
                  </a:lnTo>
                  <a:lnTo>
                    <a:pt x="1070716" y="479452"/>
                  </a:lnTo>
                  <a:lnTo>
                    <a:pt x="512614" y="479452"/>
                  </a:lnTo>
                  <a:lnTo>
                    <a:pt x="512614" y="1248417"/>
                  </a:lnTo>
                  <a:lnTo>
                    <a:pt x="950744" y="1248417"/>
                  </a:lnTo>
                  <a:lnTo>
                    <a:pt x="950744" y="1727956"/>
                  </a:lnTo>
                  <a:lnTo>
                    <a:pt x="512614" y="1727956"/>
                  </a:lnTo>
                  <a:lnTo>
                    <a:pt x="512614" y="2620798"/>
                  </a:lnTo>
                  <a:lnTo>
                    <a:pt x="1074796" y="2620798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17" name="Graphique 7">
              <a:extLst>
                <a:ext uri="{FF2B5EF4-FFF2-40B4-BE49-F238E27FC236}">
                  <a16:creationId xmlns:a16="http://schemas.microsoft.com/office/drawing/2014/main" id="{A99B9251-9B9A-D6A1-65E5-DA8B4AD9D769}"/>
                </a:ext>
              </a:extLst>
            </p:cNvPr>
            <p:cNvGrpSpPr/>
            <p:nvPr/>
          </p:nvGrpSpPr>
          <p:grpSpPr>
            <a:xfrm>
              <a:off x="958402" y="41321"/>
              <a:ext cx="10369642" cy="6778655"/>
              <a:chOff x="958402" y="41321"/>
              <a:chExt cx="10369642" cy="6778655"/>
            </a:xfrm>
            <a:solidFill>
              <a:srgbClr val="FFFFFF"/>
            </a:solidFill>
          </p:grpSpPr>
          <p:sp>
            <p:nvSpPr>
              <p:cNvPr id="18" name="Forme libre : forme 17">
                <a:extLst>
                  <a:ext uri="{FF2B5EF4-FFF2-40B4-BE49-F238E27FC236}">
                    <a16:creationId xmlns:a16="http://schemas.microsoft.com/office/drawing/2014/main" id="{6A867A11-7B00-9BF7-7546-2EF15C1969D9}"/>
                  </a:ext>
                </a:extLst>
              </p:cNvPr>
              <p:cNvSpPr/>
              <p:nvPr/>
            </p:nvSpPr>
            <p:spPr>
              <a:xfrm>
                <a:off x="9992732" y="41321"/>
                <a:ext cx="1335312" cy="3100423"/>
              </a:xfrm>
              <a:custGeom>
                <a:avLst/>
                <a:gdLst>
                  <a:gd name="connsiteX0" fmla="*/ 661493 w 1335312"/>
                  <a:gd name="connsiteY0" fmla="*/ 479539 h 3100423"/>
                  <a:gd name="connsiteX1" fmla="*/ 512700 w 1335312"/>
                  <a:gd name="connsiteY1" fmla="*/ 479539 h 3100423"/>
                  <a:gd name="connsiteX2" fmla="*/ 512700 w 1335312"/>
                  <a:gd name="connsiteY2" fmla="*/ 2620885 h 3100423"/>
                  <a:gd name="connsiteX3" fmla="*/ 661493 w 1335312"/>
                  <a:gd name="connsiteY3" fmla="*/ 2620885 h 3100423"/>
                  <a:gd name="connsiteX4" fmla="*/ 818533 w 1335312"/>
                  <a:gd name="connsiteY4" fmla="*/ 2455511 h 3100423"/>
                  <a:gd name="connsiteX5" fmla="*/ 818533 w 1335312"/>
                  <a:gd name="connsiteY5" fmla="*/ 644912 h 3100423"/>
                  <a:gd name="connsiteX6" fmla="*/ 661493 w 1335312"/>
                  <a:gd name="connsiteY6" fmla="*/ 479539 h 3100423"/>
                  <a:gd name="connsiteX7" fmla="*/ 1335313 w 1335312"/>
                  <a:gd name="connsiteY7" fmla="*/ 644912 h 3100423"/>
                  <a:gd name="connsiteX8" fmla="*/ 1335313 w 1335312"/>
                  <a:gd name="connsiteY8" fmla="*/ 2455598 h 3100423"/>
                  <a:gd name="connsiteX9" fmla="*/ 661493 w 1335312"/>
                  <a:gd name="connsiteY9" fmla="*/ 3100424 h 3100423"/>
                  <a:gd name="connsiteX10" fmla="*/ 0 w 1335312"/>
                  <a:gd name="connsiteY10" fmla="*/ 3100424 h 3100423"/>
                  <a:gd name="connsiteX11" fmla="*/ 0 w 1335312"/>
                  <a:gd name="connsiteY11" fmla="*/ 0 h 3100423"/>
                  <a:gd name="connsiteX12" fmla="*/ 661493 w 1335312"/>
                  <a:gd name="connsiteY12" fmla="*/ 0 h 3100423"/>
                  <a:gd name="connsiteX13" fmla="*/ 1335313 w 1335312"/>
                  <a:gd name="connsiteY13" fmla="*/ 644826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35312" h="3100423">
                    <a:moveTo>
                      <a:pt x="661493" y="479539"/>
                    </a:moveTo>
                    <a:lnTo>
                      <a:pt x="512700" y="479539"/>
                    </a:lnTo>
                    <a:lnTo>
                      <a:pt x="512700" y="2620885"/>
                    </a:lnTo>
                    <a:lnTo>
                      <a:pt x="661493" y="2620885"/>
                    </a:lnTo>
                    <a:cubicBezTo>
                      <a:pt x="756550" y="2620885"/>
                      <a:pt x="818533" y="2558902"/>
                      <a:pt x="818533" y="2455511"/>
                    </a:cubicBezTo>
                    <a:lnTo>
                      <a:pt x="818533" y="644912"/>
                    </a:lnTo>
                    <a:cubicBezTo>
                      <a:pt x="818533" y="541608"/>
                      <a:pt x="756550" y="479539"/>
                      <a:pt x="661493" y="479539"/>
                    </a:cubicBezTo>
                    <a:moveTo>
                      <a:pt x="1335313" y="644912"/>
                    </a:moveTo>
                    <a:lnTo>
                      <a:pt x="1335313" y="2455598"/>
                    </a:lnTo>
                    <a:cubicBezTo>
                      <a:pt x="1335313" y="2831746"/>
                      <a:pt x="1062469" y="3100424"/>
                      <a:pt x="661493" y="3100424"/>
                    </a:cubicBezTo>
                    <a:lnTo>
                      <a:pt x="0" y="3100424"/>
                    </a:lnTo>
                    <a:lnTo>
                      <a:pt x="0" y="0"/>
                    </a:lnTo>
                    <a:lnTo>
                      <a:pt x="661493" y="0"/>
                    </a:lnTo>
                    <a:cubicBezTo>
                      <a:pt x="1062469" y="0"/>
                      <a:pt x="1335313" y="268677"/>
                      <a:pt x="1335313" y="644826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9" name="Forme libre : forme 18">
                <a:extLst>
                  <a:ext uri="{FF2B5EF4-FFF2-40B4-BE49-F238E27FC236}">
                    <a16:creationId xmlns:a16="http://schemas.microsoft.com/office/drawing/2014/main" id="{CCA51507-C49C-2B7D-AE8A-7D7BDDD98BC5}"/>
                  </a:ext>
                </a:extLst>
              </p:cNvPr>
              <p:cNvSpPr/>
              <p:nvPr/>
            </p:nvSpPr>
            <p:spPr>
              <a:xfrm>
                <a:off x="958402" y="3719553"/>
                <a:ext cx="1347640" cy="3100423"/>
              </a:xfrm>
              <a:custGeom>
                <a:avLst/>
                <a:gdLst>
                  <a:gd name="connsiteX0" fmla="*/ 830860 w 1347640"/>
                  <a:gd name="connsiteY0" fmla="*/ 1860167 h 3100423"/>
                  <a:gd name="connsiteX1" fmla="*/ 673733 w 1347640"/>
                  <a:gd name="connsiteY1" fmla="*/ 1694881 h 3100423"/>
                  <a:gd name="connsiteX2" fmla="*/ 512527 w 1347640"/>
                  <a:gd name="connsiteY2" fmla="*/ 1694881 h 3100423"/>
                  <a:gd name="connsiteX3" fmla="*/ 512527 w 1347640"/>
                  <a:gd name="connsiteY3" fmla="*/ 2620798 h 3100423"/>
                  <a:gd name="connsiteX4" fmla="*/ 673733 w 1347640"/>
                  <a:gd name="connsiteY4" fmla="*/ 2620798 h 3100423"/>
                  <a:gd name="connsiteX5" fmla="*/ 830860 w 1347640"/>
                  <a:gd name="connsiteY5" fmla="*/ 2455425 h 3100423"/>
                  <a:gd name="connsiteX6" fmla="*/ 830860 w 1347640"/>
                  <a:gd name="connsiteY6" fmla="*/ 1860167 h 3100423"/>
                  <a:gd name="connsiteX7" fmla="*/ 512527 w 1347640"/>
                  <a:gd name="connsiteY7" fmla="*/ 479452 h 3100423"/>
                  <a:gd name="connsiteX8" fmla="*/ 512527 w 1347640"/>
                  <a:gd name="connsiteY8" fmla="*/ 1215342 h 3100423"/>
                  <a:gd name="connsiteX9" fmla="*/ 653073 w 1347640"/>
                  <a:gd name="connsiteY9" fmla="*/ 1215342 h 3100423"/>
                  <a:gd name="connsiteX10" fmla="*/ 810199 w 1347640"/>
                  <a:gd name="connsiteY10" fmla="*/ 1049968 h 3100423"/>
                  <a:gd name="connsiteX11" fmla="*/ 810199 w 1347640"/>
                  <a:gd name="connsiteY11" fmla="*/ 644826 h 3100423"/>
                  <a:gd name="connsiteX12" fmla="*/ 653073 w 1347640"/>
                  <a:gd name="connsiteY12" fmla="*/ 479452 h 3100423"/>
                  <a:gd name="connsiteX13" fmla="*/ 512527 w 1347640"/>
                  <a:gd name="connsiteY13" fmla="*/ 479452 h 3100423"/>
                  <a:gd name="connsiteX14" fmla="*/ 1347640 w 1347640"/>
                  <a:gd name="connsiteY14" fmla="*/ 1905743 h 3100423"/>
                  <a:gd name="connsiteX15" fmla="*/ 1347640 w 1347640"/>
                  <a:gd name="connsiteY15" fmla="*/ 2459678 h 3100423"/>
                  <a:gd name="connsiteX16" fmla="*/ 673820 w 1347640"/>
                  <a:gd name="connsiteY16" fmla="*/ 3100424 h 3100423"/>
                  <a:gd name="connsiteX17" fmla="*/ 0 w 1347640"/>
                  <a:gd name="connsiteY17" fmla="*/ 3100424 h 3100423"/>
                  <a:gd name="connsiteX18" fmla="*/ 0 w 1347640"/>
                  <a:gd name="connsiteY18" fmla="*/ 0 h 3100423"/>
                  <a:gd name="connsiteX19" fmla="*/ 653159 w 1347640"/>
                  <a:gd name="connsiteY19" fmla="*/ 0 h 3100423"/>
                  <a:gd name="connsiteX20" fmla="*/ 1326980 w 1347640"/>
                  <a:gd name="connsiteY20" fmla="*/ 644913 h 3100423"/>
                  <a:gd name="connsiteX21" fmla="*/ 1326980 w 1347640"/>
                  <a:gd name="connsiteY21" fmla="*/ 1004567 h 3100423"/>
                  <a:gd name="connsiteX22" fmla="*/ 1128532 w 1347640"/>
                  <a:gd name="connsiteY22" fmla="*/ 1446951 h 3100423"/>
                  <a:gd name="connsiteX23" fmla="*/ 1347640 w 1347640"/>
                  <a:gd name="connsiteY23" fmla="*/ 1905830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347640" h="3100423">
                    <a:moveTo>
                      <a:pt x="830860" y="1860167"/>
                    </a:moveTo>
                    <a:cubicBezTo>
                      <a:pt x="830860" y="1756863"/>
                      <a:pt x="768877" y="1694881"/>
                      <a:pt x="673733" y="1694881"/>
                    </a:cubicBezTo>
                    <a:lnTo>
                      <a:pt x="512527" y="1694881"/>
                    </a:lnTo>
                    <a:lnTo>
                      <a:pt x="512527" y="2620798"/>
                    </a:lnTo>
                    <a:lnTo>
                      <a:pt x="673733" y="2620798"/>
                    </a:lnTo>
                    <a:cubicBezTo>
                      <a:pt x="768877" y="2620798"/>
                      <a:pt x="830860" y="2558815"/>
                      <a:pt x="830860" y="2455425"/>
                    </a:cubicBezTo>
                    <a:lnTo>
                      <a:pt x="830860" y="1860167"/>
                    </a:lnTo>
                    <a:close/>
                    <a:moveTo>
                      <a:pt x="512527" y="479452"/>
                    </a:moveTo>
                    <a:lnTo>
                      <a:pt x="512527" y="1215342"/>
                    </a:lnTo>
                    <a:lnTo>
                      <a:pt x="653073" y="1215342"/>
                    </a:lnTo>
                    <a:cubicBezTo>
                      <a:pt x="748217" y="1215342"/>
                      <a:pt x="810199" y="1153360"/>
                      <a:pt x="810199" y="1049968"/>
                    </a:cubicBezTo>
                    <a:lnTo>
                      <a:pt x="810199" y="644826"/>
                    </a:lnTo>
                    <a:cubicBezTo>
                      <a:pt x="810199" y="541522"/>
                      <a:pt x="748217" y="479452"/>
                      <a:pt x="653073" y="479452"/>
                    </a:cubicBezTo>
                    <a:lnTo>
                      <a:pt x="512527" y="479452"/>
                    </a:lnTo>
                    <a:close/>
                    <a:moveTo>
                      <a:pt x="1347640" y="1905743"/>
                    </a:moveTo>
                    <a:lnTo>
                      <a:pt x="1347640" y="2459678"/>
                    </a:lnTo>
                    <a:cubicBezTo>
                      <a:pt x="1347640" y="2831659"/>
                      <a:pt x="1074796" y="3100424"/>
                      <a:pt x="673820" y="3100424"/>
                    </a:cubicBezTo>
                    <a:lnTo>
                      <a:pt x="0" y="3100424"/>
                    </a:lnTo>
                    <a:lnTo>
                      <a:pt x="0" y="0"/>
                    </a:lnTo>
                    <a:lnTo>
                      <a:pt x="653159" y="0"/>
                    </a:lnTo>
                    <a:cubicBezTo>
                      <a:pt x="1054135" y="0"/>
                      <a:pt x="1326980" y="268677"/>
                      <a:pt x="1326980" y="644913"/>
                    </a:cubicBezTo>
                    <a:lnTo>
                      <a:pt x="1326980" y="1004567"/>
                    </a:lnTo>
                    <a:cubicBezTo>
                      <a:pt x="1326980" y="1182354"/>
                      <a:pt x="1256663" y="1339394"/>
                      <a:pt x="1128532" y="1446951"/>
                    </a:cubicBezTo>
                    <a:cubicBezTo>
                      <a:pt x="1269077" y="1550255"/>
                      <a:pt x="1347640" y="1711549"/>
                      <a:pt x="1347640" y="1905830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B10E9077-5B01-3BC3-EEEA-094623A7FA35}"/>
                </a:ext>
              </a:extLst>
            </p:cNvPr>
            <p:cNvSpPr/>
            <p:nvPr/>
          </p:nvSpPr>
          <p:spPr>
            <a:xfrm>
              <a:off x="2285295" y="3719553"/>
              <a:ext cx="1430370" cy="3100423"/>
            </a:xfrm>
            <a:custGeom>
              <a:avLst/>
              <a:gdLst>
                <a:gd name="connsiteX0" fmla="*/ 971492 w 1430370"/>
                <a:gd name="connsiteY0" fmla="*/ 2062783 h 3100423"/>
                <a:gd name="connsiteX1" fmla="*/ 971492 w 1430370"/>
                <a:gd name="connsiteY1" fmla="*/ 3100424 h 3100423"/>
                <a:gd name="connsiteX2" fmla="*/ 458878 w 1430370"/>
                <a:gd name="connsiteY2" fmla="*/ 3100424 h 3100423"/>
                <a:gd name="connsiteX3" fmla="*/ 458878 w 1430370"/>
                <a:gd name="connsiteY3" fmla="*/ 2079363 h 3100423"/>
                <a:gd name="connsiteX4" fmla="*/ 0 w 1430370"/>
                <a:gd name="connsiteY4" fmla="*/ 0 h 3100423"/>
                <a:gd name="connsiteX5" fmla="*/ 525028 w 1430370"/>
                <a:gd name="connsiteY5" fmla="*/ 0 h 3100423"/>
                <a:gd name="connsiteX6" fmla="*/ 723476 w 1430370"/>
                <a:gd name="connsiteY6" fmla="*/ 1264910 h 3100423"/>
                <a:gd name="connsiteX7" fmla="*/ 917757 w 1430370"/>
                <a:gd name="connsiteY7" fmla="*/ 0 h 3100423"/>
                <a:gd name="connsiteX8" fmla="*/ 1430370 w 1430370"/>
                <a:gd name="connsiteY8" fmla="*/ 0 h 3100423"/>
                <a:gd name="connsiteX9" fmla="*/ 971492 w 1430370"/>
                <a:gd name="connsiteY9" fmla="*/ 2062783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0370" h="3100423">
                  <a:moveTo>
                    <a:pt x="971492" y="2062783"/>
                  </a:moveTo>
                  <a:lnTo>
                    <a:pt x="971492" y="3100424"/>
                  </a:lnTo>
                  <a:lnTo>
                    <a:pt x="458878" y="3100424"/>
                  </a:lnTo>
                  <a:lnTo>
                    <a:pt x="458878" y="2079363"/>
                  </a:lnTo>
                  <a:lnTo>
                    <a:pt x="0" y="0"/>
                  </a:lnTo>
                  <a:lnTo>
                    <a:pt x="525028" y="0"/>
                  </a:lnTo>
                  <a:lnTo>
                    <a:pt x="723476" y="1264910"/>
                  </a:lnTo>
                  <a:lnTo>
                    <a:pt x="917757" y="0"/>
                  </a:lnTo>
                  <a:lnTo>
                    <a:pt x="1430370" y="0"/>
                  </a:lnTo>
                  <a:lnTo>
                    <a:pt x="971492" y="2062783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63D56C57-1EAC-C3F2-5693-04860AF775D7}"/>
                </a:ext>
              </a:extLst>
            </p:cNvPr>
            <p:cNvSpPr/>
            <p:nvPr/>
          </p:nvSpPr>
          <p:spPr>
            <a:xfrm>
              <a:off x="4240606" y="3719553"/>
              <a:ext cx="1252583" cy="3100423"/>
            </a:xfrm>
            <a:custGeom>
              <a:avLst/>
              <a:gdLst>
                <a:gd name="connsiteX0" fmla="*/ 1252583 w 1252583"/>
                <a:gd name="connsiteY0" fmla="*/ 479539 h 3100423"/>
                <a:gd name="connsiteX1" fmla="*/ 880515 w 1252583"/>
                <a:gd name="connsiteY1" fmla="*/ 479539 h 3100423"/>
                <a:gd name="connsiteX2" fmla="*/ 880515 w 1252583"/>
                <a:gd name="connsiteY2" fmla="*/ 3100424 h 3100423"/>
                <a:gd name="connsiteX3" fmla="*/ 367901 w 1252583"/>
                <a:gd name="connsiteY3" fmla="*/ 3100424 h 3100423"/>
                <a:gd name="connsiteX4" fmla="*/ 367901 w 1252583"/>
                <a:gd name="connsiteY4" fmla="*/ 479539 h 3100423"/>
                <a:gd name="connsiteX5" fmla="*/ 0 w 1252583"/>
                <a:gd name="connsiteY5" fmla="*/ 479539 h 3100423"/>
                <a:gd name="connsiteX6" fmla="*/ 0 w 1252583"/>
                <a:gd name="connsiteY6" fmla="*/ 0 h 3100423"/>
                <a:gd name="connsiteX7" fmla="*/ 1252583 w 1252583"/>
                <a:gd name="connsiteY7" fmla="*/ 0 h 3100423"/>
                <a:gd name="connsiteX8" fmla="*/ 1252583 w 1252583"/>
                <a:gd name="connsiteY8" fmla="*/ 479539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2583" h="3100423">
                  <a:moveTo>
                    <a:pt x="1252583" y="479539"/>
                  </a:moveTo>
                  <a:lnTo>
                    <a:pt x="880515" y="479539"/>
                  </a:lnTo>
                  <a:lnTo>
                    <a:pt x="880515" y="3100424"/>
                  </a:lnTo>
                  <a:lnTo>
                    <a:pt x="367901" y="3100424"/>
                  </a:lnTo>
                  <a:lnTo>
                    <a:pt x="367901" y="479539"/>
                  </a:lnTo>
                  <a:lnTo>
                    <a:pt x="0" y="479539"/>
                  </a:lnTo>
                  <a:lnTo>
                    <a:pt x="0" y="0"/>
                  </a:lnTo>
                  <a:lnTo>
                    <a:pt x="1252583" y="0"/>
                  </a:lnTo>
                  <a:lnTo>
                    <a:pt x="1252583" y="479539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22" name="Graphique 7">
              <a:extLst>
                <a:ext uri="{FF2B5EF4-FFF2-40B4-BE49-F238E27FC236}">
                  <a16:creationId xmlns:a16="http://schemas.microsoft.com/office/drawing/2014/main" id="{A3DA8161-3135-1E5C-3BEA-ECC952793A75}"/>
                </a:ext>
              </a:extLst>
            </p:cNvPr>
            <p:cNvGrpSpPr/>
            <p:nvPr/>
          </p:nvGrpSpPr>
          <p:grpSpPr>
            <a:xfrm>
              <a:off x="5629655" y="3678231"/>
              <a:ext cx="4299010" cy="3182980"/>
              <a:chOff x="5629655" y="3678231"/>
              <a:chExt cx="4299010" cy="3182980"/>
            </a:xfrm>
            <a:solidFill>
              <a:srgbClr val="FFFFFF"/>
            </a:solidFill>
          </p:grpSpPr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D087F45F-E2C4-81AA-C870-28E47547511F}"/>
                  </a:ext>
                </a:extLst>
              </p:cNvPr>
              <p:cNvSpPr/>
              <p:nvPr/>
            </p:nvSpPr>
            <p:spPr>
              <a:xfrm>
                <a:off x="5629655" y="3719553"/>
                <a:ext cx="1388961" cy="3100423"/>
              </a:xfrm>
              <a:custGeom>
                <a:avLst/>
                <a:gdLst>
                  <a:gd name="connsiteX0" fmla="*/ 512527 w 1388961"/>
                  <a:gd name="connsiteY0" fmla="*/ 1504767 h 3100423"/>
                  <a:gd name="connsiteX1" fmla="*/ 628245 w 1388961"/>
                  <a:gd name="connsiteY1" fmla="*/ 1504767 h 3100423"/>
                  <a:gd name="connsiteX2" fmla="*/ 814279 w 1388961"/>
                  <a:gd name="connsiteY2" fmla="*/ 1260831 h 3100423"/>
                  <a:gd name="connsiteX3" fmla="*/ 814279 w 1388961"/>
                  <a:gd name="connsiteY3" fmla="*/ 719309 h 3100423"/>
                  <a:gd name="connsiteX4" fmla="*/ 628245 w 1388961"/>
                  <a:gd name="connsiteY4" fmla="*/ 479539 h 3100423"/>
                  <a:gd name="connsiteX5" fmla="*/ 512527 w 1388961"/>
                  <a:gd name="connsiteY5" fmla="*/ 479539 h 3100423"/>
                  <a:gd name="connsiteX6" fmla="*/ 512527 w 1388961"/>
                  <a:gd name="connsiteY6" fmla="*/ 1504767 h 3100423"/>
                  <a:gd name="connsiteX7" fmla="*/ 851520 w 1388961"/>
                  <a:gd name="connsiteY7" fmla="*/ 3100424 h 3100423"/>
                  <a:gd name="connsiteX8" fmla="*/ 669653 w 1388961"/>
                  <a:gd name="connsiteY8" fmla="*/ 1984306 h 3100423"/>
                  <a:gd name="connsiteX9" fmla="*/ 512614 w 1388961"/>
                  <a:gd name="connsiteY9" fmla="*/ 1984306 h 3100423"/>
                  <a:gd name="connsiteX10" fmla="*/ 512614 w 1388961"/>
                  <a:gd name="connsiteY10" fmla="*/ 3100424 h 3100423"/>
                  <a:gd name="connsiteX11" fmla="*/ 0 w 1388961"/>
                  <a:gd name="connsiteY11" fmla="*/ 3100424 h 3100423"/>
                  <a:gd name="connsiteX12" fmla="*/ 0 w 1388961"/>
                  <a:gd name="connsiteY12" fmla="*/ 0 h 3100423"/>
                  <a:gd name="connsiteX13" fmla="*/ 628331 w 1388961"/>
                  <a:gd name="connsiteY13" fmla="*/ 0 h 3100423"/>
                  <a:gd name="connsiteX14" fmla="*/ 1331059 w 1388961"/>
                  <a:gd name="connsiteY14" fmla="*/ 727556 h 3100423"/>
                  <a:gd name="connsiteX15" fmla="*/ 1331059 w 1388961"/>
                  <a:gd name="connsiteY15" fmla="*/ 1256663 h 3100423"/>
                  <a:gd name="connsiteX16" fmla="*/ 1145025 w 1388961"/>
                  <a:gd name="connsiteY16" fmla="*/ 1789938 h 3100423"/>
                  <a:gd name="connsiteX17" fmla="*/ 1388962 w 1388961"/>
                  <a:gd name="connsiteY17" fmla="*/ 3100337 h 3100423"/>
                  <a:gd name="connsiteX18" fmla="*/ 851520 w 1388961"/>
                  <a:gd name="connsiteY18" fmla="*/ 3100337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88961" h="3100423">
                    <a:moveTo>
                      <a:pt x="512527" y="1504767"/>
                    </a:moveTo>
                    <a:lnTo>
                      <a:pt x="628245" y="1504767"/>
                    </a:lnTo>
                    <a:cubicBezTo>
                      <a:pt x="756376" y="1504767"/>
                      <a:pt x="814279" y="1446865"/>
                      <a:pt x="814279" y="1260831"/>
                    </a:cubicBezTo>
                    <a:lnTo>
                      <a:pt x="814279" y="719309"/>
                    </a:lnTo>
                    <a:cubicBezTo>
                      <a:pt x="814279" y="541608"/>
                      <a:pt x="756463" y="479539"/>
                      <a:pt x="628245" y="479539"/>
                    </a:cubicBezTo>
                    <a:lnTo>
                      <a:pt x="512527" y="479539"/>
                    </a:lnTo>
                    <a:lnTo>
                      <a:pt x="512527" y="1504767"/>
                    </a:lnTo>
                    <a:close/>
                    <a:moveTo>
                      <a:pt x="851520" y="3100424"/>
                    </a:moveTo>
                    <a:lnTo>
                      <a:pt x="669653" y="1984306"/>
                    </a:lnTo>
                    <a:lnTo>
                      <a:pt x="512614" y="1984306"/>
                    </a:lnTo>
                    <a:lnTo>
                      <a:pt x="512614" y="3100424"/>
                    </a:lnTo>
                    <a:lnTo>
                      <a:pt x="0" y="3100424"/>
                    </a:lnTo>
                    <a:lnTo>
                      <a:pt x="0" y="0"/>
                    </a:lnTo>
                    <a:lnTo>
                      <a:pt x="628331" y="0"/>
                    </a:lnTo>
                    <a:cubicBezTo>
                      <a:pt x="1062382" y="0"/>
                      <a:pt x="1331059" y="268764"/>
                      <a:pt x="1331059" y="727556"/>
                    </a:cubicBezTo>
                    <a:lnTo>
                      <a:pt x="1331059" y="1256663"/>
                    </a:lnTo>
                    <a:cubicBezTo>
                      <a:pt x="1331059" y="1484019"/>
                      <a:pt x="1264910" y="1665973"/>
                      <a:pt x="1145025" y="1789938"/>
                    </a:cubicBezTo>
                    <a:lnTo>
                      <a:pt x="1388962" y="3100337"/>
                    </a:lnTo>
                    <a:lnTo>
                      <a:pt x="851520" y="3100337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A33E4D8B-277D-DC89-A8CC-DC130076DF5C}"/>
                  </a:ext>
                </a:extLst>
              </p:cNvPr>
              <p:cNvSpPr/>
              <p:nvPr/>
            </p:nvSpPr>
            <p:spPr>
              <a:xfrm>
                <a:off x="7130168" y="3719553"/>
                <a:ext cx="1343560" cy="3137664"/>
              </a:xfrm>
              <a:custGeom>
                <a:avLst/>
                <a:gdLst>
                  <a:gd name="connsiteX0" fmla="*/ 1343474 w 1343560"/>
                  <a:gd name="connsiteY0" fmla="*/ 0 h 3137664"/>
                  <a:gd name="connsiteX1" fmla="*/ 1343474 w 1343560"/>
                  <a:gd name="connsiteY1" fmla="*/ 2492753 h 3137664"/>
                  <a:gd name="connsiteX2" fmla="*/ 673820 w 1343560"/>
                  <a:gd name="connsiteY2" fmla="*/ 3137665 h 3137664"/>
                  <a:gd name="connsiteX3" fmla="*/ 0 w 1343560"/>
                  <a:gd name="connsiteY3" fmla="*/ 2492753 h 3137664"/>
                  <a:gd name="connsiteX4" fmla="*/ 0 w 1343560"/>
                  <a:gd name="connsiteY4" fmla="*/ 0 h 3137664"/>
                  <a:gd name="connsiteX5" fmla="*/ 516694 w 1343560"/>
                  <a:gd name="connsiteY5" fmla="*/ 0 h 3137664"/>
                  <a:gd name="connsiteX6" fmla="*/ 516694 w 1343560"/>
                  <a:gd name="connsiteY6" fmla="*/ 2492753 h 3137664"/>
                  <a:gd name="connsiteX7" fmla="*/ 673820 w 1343560"/>
                  <a:gd name="connsiteY7" fmla="*/ 2658126 h 3137664"/>
                  <a:gd name="connsiteX8" fmla="*/ 826780 w 1343560"/>
                  <a:gd name="connsiteY8" fmla="*/ 2492753 h 3137664"/>
                  <a:gd name="connsiteX9" fmla="*/ 826780 w 1343560"/>
                  <a:gd name="connsiteY9" fmla="*/ 0 h 3137664"/>
                  <a:gd name="connsiteX10" fmla="*/ 1343561 w 1343560"/>
                  <a:gd name="connsiteY10" fmla="*/ 0 h 3137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43560" h="3137664">
                    <a:moveTo>
                      <a:pt x="1343474" y="0"/>
                    </a:moveTo>
                    <a:lnTo>
                      <a:pt x="1343474" y="2492753"/>
                    </a:lnTo>
                    <a:cubicBezTo>
                      <a:pt x="1343474" y="2868901"/>
                      <a:pt x="1070629" y="3137665"/>
                      <a:pt x="673820" y="3137665"/>
                    </a:cubicBezTo>
                    <a:cubicBezTo>
                      <a:pt x="277011" y="3137665"/>
                      <a:pt x="0" y="2868901"/>
                      <a:pt x="0" y="2492753"/>
                    </a:cubicBezTo>
                    <a:lnTo>
                      <a:pt x="0" y="0"/>
                    </a:lnTo>
                    <a:lnTo>
                      <a:pt x="516694" y="0"/>
                    </a:lnTo>
                    <a:lnTo>
                      <a:pt x="516694" y="2492753"/>
                    </a:lnTo>
                    <a:cubicBezTo>
                      <a:pt x="516694" y="2596057"/>
                      <a:pt x="578676" y="2658126"/>
                      <a:pt x="673820" y="2658126"/>
                    </a:cubicBezTo>
                    <a:cubicBezTo>
                      <a:pt x="768964" y="2658126"/>
                      <a:pt x="826780" y="2596057"/>
                      <a:pt x="826780" y="2492753"/>
                    </a:cubicBezTo>
                    <a:lnTo>
                      <a:pt x="826780" y="0"/>
                    </a:lnTo>
                    <a:lnTo>
                      <a:pt x="1343561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F14F64B9-ED9F-D3B8-B477-AE5E557B8767}"/>
                  </a:ext>
                </a:extLst>
              </p:cNvPr>
              <p:cNvSpPr/>
              <p:nvPr/>
            </p:nvSpPr>
            <p:spPr>
              <a:xfrm>
                <a:off x="8634761" y="3678231"/>
                <a:ext cx="1293904" cy="3182980"/>
              </a:xfrm>
              <a:custGeom>
                <a:avLst/>
                <a:gdLst>
                  <a:gd name="connsiteX0" fmla="*/ 777211 w 1293904"/>
                  <a:gd name="connsiteY0" fmla="*/ 1033475 h 3182980"/>
                  <a:gd name="connsiteX1" fmla="*/ 777211 w 1293904"/>
                  <a:gd name="connsiteY1" fmla="*/ 624165 h 3182980"/>
                  <a:gd name="connsiteX2" fmla="*/ 644912 w 1293904"/>
                  <a:gd name="connsiteY2" fmla="*/ 479452 h 3182980"/>
                  <a:gd name="connsiteX3" fmla="*/ 512614 w 1293904"/>
                  <a:gd name="connsiteY3" fmla="*/ 624165 h 3182980"/>
                  <a:gd name="connsiteX4" fmla="*/ 512614 w 1293904"/>
                  <a:gd name="connsiteY4" fmla="*/ 872181 h 3182980"/>
                  <a:gd name="connsiteX5" fmla="*/ 835027 w 1293904"/>
                  <a:gd name="connsiteY5" fmla="*/ 1339307 h 3182980"/>
                  <a:gd name="connsiteX6" fmla="*/ 1293905 w 1293904"/>
                  <a:gd name="connsiteY6" fmla="*/ 2104017 h 3182980"/>
                  <a:gd name="connsiteX7" fmla="*/ 1293905 w 1293904"/>
                  <a:gd name="connsiteY7" fmla="*/ 2542235 h 3182980"/>
                  <a:gd name="connsiteX8" fmla="*/ 644912 w 1293904"/>
                  <a:gd name="connsiteY8" fmla="*/ 3182980 h 3182980"/>
                  <a:gd name="connsiteX9" fmla="*/ 0 w 1293904"/>
                  <a:gd name="connsiteY9" fmla="*/ 2542235 h 3182980"/>
                  <a:gd name="connsiteX10" fmla="*/ 0 w 1293904"/>
                  <a:gd name="connsiteY10" fmla="*/ 2149506 h 3182980"/>
                  <a:gd name="connsiteX11" fmla="*/ 508534 w 1293904"/>
                  <a:gd name="connsiteY11" fmla="*/ 2149506 h 3182980"/>
                  <a:gd name="connsiteX12" fmla="*/ 508534 w 1293904"/>
                  <a:gd name="connsiteY12" fmla="*/ 2554649 h 3182980"/>
                  <a:gd name="connsiteX13" fmla="*/ 644912 w 1293904"/>
                  <a:gd name="connsiteY13" fmla="*/ 2703441 h 3182980"/>
                  <a:gd name="connsiteX14" fmla="*/ 781291 w 1293904"/>
                  <a:gd name="connsiteY14" fmla="*/ 2554649 h 3182980"/>
                  <a:gd name="connsiteX15" fmla="*/ 781291 w 1293904"/>
                  <a:gd name="connsiteY15" fmla="*/ 2219822 h 3182980"/>
                  <a:gd name="connsiteX16" fmla="*/ 458878 w 1293904"/>
                  <a:gd name="connsiteY16" fmla="*/ 1711375 h 3182980"/>
                  <a:gd name="connsiteX17" fmla="*/ 4167 w 1293904"/>
                  <a:gd name="connsiteY17" fmla="*/ 946578 h 3182980"/>
                  <a:gd name="connsiteX18" fmla="*/ 4167 w 1293904"/>
                  <a:gd name="connsiteY18" fmla="*/ 644826 h 3182980"/>
                  <a:gd name="connsiteX19" fmla="*/ 644912 w 1293904"/>
                  <a:gd name="connsiteY19" fmla="*/ 0 h 3182980"/>
                  <a:gd name="connsiteX20" fmla="*/ 1289825 w 1293904"/>
                  <a:gd name="connsiteY20" fmla="*/ 644826 h 3182980"/>
                  <a:gd name="connsiteX21" fmla="*/ 1289825 w 1293904"/>
                  <a:gd name="connsiteY21" fmla="*/ 1033475 h 3182980"/>
                  <a:gd name="connsiteX22" fmla="*/ 777211 w 1293904"/>
                  <a:gd name="connsiteY22" fmla="*/ 1033475 h 31829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93904" h="3182980">
                    <a:moveTo>
                      <a:pt x="777211" y="1033475"/>
                    </a:moveTo>
                    <a:lnTo>
                      <a:pt x="777211" y="624165"/>
                    </a:lnTo>
                    <a:cubicBezTo>
                      <a:pt x="777211" y="533188"/>
                      <a:pt x="723475" y="479452"/>
                      <a:pt x="644912" y="479452"/>
                    </a:cubicBezTo>
                    <a:cubicBezTo>
                      <a:pt x="570516" y="479452"/>
                      <a:pt x="512614" y="533188"/>
                      <a:pt x="512614" y="624165"/>
                    </a:cubicBezTo>
                    <a:lnTo>
                      <a:pt x="512614" y="872181"/>
                    </a:lnTo>
                    <a:cubicBezTo>
                      <a:pt x="512614" y="1062383"/>
                      <a:pt x="545688" y="1107784"/>
                      <a:pt x="835027" y="1339307"/>
                    </a:cubicBezTo>
                    <a:cubicBezTo>
                      <a:pt x="1219509" y="1645225"/>
                      <a:pt x="1293905" y="1835340"/>
                      <a:pt x="1293905" y="2104017"/>
                    </a:cubicBezTo>
                    <a:lnTo>
                      <a:pt x="1293905" y="2542235"/>
                    </a:lnTo>
                    <a:cubicBezTo>
                      <a:pt x="1293905" y="2955625"/>
                      <a:pt x="1029308" y="3182980"/>
                      <a:pt x="644912" y="3182980"/>
                    </a:cubicBezTo>
                    <a:cubicBezTo>
                      <a:pt x="260517" y="3182980"/>
                      <a:pt x="0" y="2955625"/>
                      <a:pt x="0" y="2542235"/>
                    </a:cubicBezTo>
                    <a:lnTo>
                      <a:pt x="0" y="2149506"/>
                    </a:lnTo>
                    <a:lnTo>
                      <a:pt x="508534" y="2149506"/>
                    </a:lnTo>
                    <a:lnTo>
                      <a:pt x="508534" y="2554649"/>
                    </a:lnTo>
                    <a:cubicBezTo>
                      <a:pt x="508534" y="2649706"/>
                      <a:pt x="570516" y="2703441"/>
                      <a:pt x="644912" y="2703441"/>
                    </a:cubicBezTo>
                    <a:cubicBezTo>
                      <a:pt x="723475" y="2703441"/>
                      <a:pt x="781291" y="2649706"/>
                      <a:pt x="781291" y="2554649"/>
                    </a:cubicBezTo>
                    <a:lnTo>
                      <a:pt x="781291" y="2219822"/>
                    </a:lnTo>
                    <a:cubicBezTo>
                      <a:pt x="781291" y="1971805"/>
                      <a:pt x="719309" y="1926317"/>
                      <a:pt x="458878" y="1711375"/>
                    </a:cubicBezTo>
                    <a:cubicBezTo>
                      <a:pt x="70316" y="1388962"/>
                      <a:pt x="4167" y="1231836"/>
                      <a:pt x="4167" y="946578"/>
                    </a:cubicBezTo>
                    <a:lnTo>
                      <a:pt x="4167" y="644826"/>
                    </a:lnTo>
                    <a:cubicBezTo>
                      <a:pt x="4167" y="252097"/>
                      <a:pt x="264597" y="0"/>
                      <a:pt x="644912" y="0"/>
                    </a:cubicBezTo>
                    <a:cubicBezTo>
                      <a:pt x="1025227" y="0"/>
                      <a:pt x="1289825" y="252184"/>
                      <a:pt x="1289825" y="644826"/>
                    </a:cubicBezTo>
                    <a:lnTo>
                      <a:pt x="1289825" y="1033475"/>
                    </a:lnTo>
                    <a:lnTo>
                      <a:pt x="777211" y="1033475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8F6F4775-2EC2-9DAA-7A99-600AABE53602}"/>
                </a:ext>
              </a:extLst>
            </p:cNvPr>
            <p:cNvSpPr/>
            <p:nvPr/>
          </p:nvSpPr>
          <p:spPr>
            <a:xfrm>
              <a:off x="10023810" y="3719553"/>
              <a:ext cx="1252583" cy="3100423"/>
            </a:xfrm>
            <a:custGeom>
              <a:avLst/>
              <a:gdLst>
                <a:gd name="connsiteX0" fmla="*/ 1252584 w 1252583"/>
                <a:gd name="connsiteY0" fmla="*/ 479539 h 3100423"/>
                <a:gd name="connsiteX1" fmla="*/ 880516 w 1252583"/>
                <a:gd name="connsiteY1" fmla="*/ 479539 h 3100423"/>
                <a:gd name="connsiteX2" fmla="*/ 880516 w 1252583"/>
                <a:gd name="connsiteY2" fmla="*/ 3100424 h 3100423"/>
                <a:gd name="connsiteX3" fmla="*/ 367901 w 1252583"/>
                <a:gd name="connsiteY3" fmla="*/ 3100424 h 3100423"/>
                <a:gd name="connsiteX4" fmla="*/ 367901 w 1252583"/>
                <a:gd name="connsiteY4" fmla="*/ 479539 h 3100423"/>
                <a:gd name="connsiteX5" fmla="*/ 0 w 1252583"/>
                <a:gd name="connsiteY5" fmla="*/ 479539 h 3100423"/>
                <a:gd name="connsiteX6" fmla="*/ 0 w 1252583"/>
                <a:gd name="connsiteY6" fmla="*/ 0 h 3100423"/>
                <a:gd name="connsiteX7" fmla="*/ 1252584 w 1252583"/>
                <a:gd name="connsiteY7" fmla="*/ 0 h 3100423"/>
                <a:gd name="connsiteX8" fmla="*/ 1252584 w 1252583"/>
                <a:gd name="connsiteY8" fmla="*/ 479539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2583" h="3100423">
                  <a:moveTo>
                    <a:pt x="1252584" y="479539"/>
                  </a:moveTo>
                  <a:lnTo>
                    <a:pt x="880516" y="479539"/>
                  </a:lnTo>
                  <a:lnTo>
                    <a:pt x="880516" y="3100424"/>
                  </a:lnTo>
                  <a:lnTo>
                    <a:pt x="367901" y="3100424"/>
                  </a:lnTo>
                  <a:lnTo>
                    <a:pt x="367901" y="479539"/>
                  </a:lnTo>
                  <a:lnTo>
                    <a:pt x="0" y="479539"/>
                  </a:lnTo>
                  <a:lnTo>
                    <a:pt x="0" y="0"/>
                  </a:lnTo>
                  <a:lnTo>
                    <a:pt x="1252584" y="0"/>
                  </a:lnTo>
                  <a:lnTo>
                    <a:pt x="1252584" y="479539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95977170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AB532F-93AC-63D5-0B80-EA4ACBEF01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2DE9194-3A97-B7C3-4712-C07FFF881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1E50D1-49DA-055C-9EC4-0A5B38223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5981549-4727-1D61-7079-A67FA9475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AE78F1-5269-3242-4031-40DCD06C0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83798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B9C1BD4-2402-4571-9F04-505A7FE75AF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118" y="1356365"/>
            <a:ext cx="11425765" cy="4185337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1066"/>
              </a:spcBef>
              <a:defRPr sz="2133" b="1">
                <a:solidFill>
                  <a:schemeClr val="accent1"/>
                </a:solidFill>
              </a:defRPr>
            </a:lvl1pPr>
            <a:lvl2pPr marL="474161" indent="-228526">
              <a:lnSpc>
                <a:spcPct val="90000"/>
              </a:lnSpc>
              <a:spcBef>
                <a:spcPts val="533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tabLst/>
              <a:defRPr sz="1866">
                <a:solidFill>
                  <a:schemeClr val="tx2"/>
                </a:solidFill>
              </a:defRPr>
            </a:lvl2pPr>
            <a:lvl3pPr marL="710969" indent="-228526">
              <a:lnSpc>
                <a:spcPct val="90000"/>
              </a:lnSpc>
              <a:spcBef>
                <a:spcPts val="533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tabLst/>
              <a:defRPr sz="1599">
                <a:solidFill>
                  <a:schemeClr val="tx2"/>
                </a:solidFill>
              </a:defRPr>
            </a:lvl3pPr>
            <a:lvl4pPr marL="952190" indent="-22852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tabLst/>
              <a:defRPr sz="1599">
                <a:solidFill>
                  <a:schemeClr val="tx2"/>
                </a:solidFill>
                <a:latin typeface="+mn-lt"/>
              </a:defRPr>
            </a:lvl4pPr>
            <a:lvl5pPr marL="1193412" indent="-228526">
              <a:lnSpc>
                <a:spcPct val="90000"/>
              </a:lnSpc>
              <a:spcBef>
                <a:spcPts val="8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tabLst/>
              <a:defRPr sz="1599">
                <a:solidFill>
                  <a:schemeClr val="tx2"/>
                </a:solidFill>
                <a:latin typeface="+mn-lt"/>
              </a:defRPr>
            </a:lvl5pPr>
          </a:lstStyle>
          <a:p>
            <a:pPr lvl="0"/>
            <a:r>
              <a:rPr lang="en-US"/>
              <a:t>Click here to add text </a:t>
            </a:r>
            <a:endParaRPr lang="fr-FR"/>
          </a:p>
          <a:p>
            <a:pPr lvl="1"/>
            <a:r>
              <a:rPr lang="fr-FR"/>
              <a:t>Second </a:t>
            </a:r>
            <a:r>
              <a:rPr lang="fr-FR" err="1"/>
              <a:t>level</a:t>
            </a:r>
            <a:endParaRPr lang="fr-FR"/>
          </a:p>
          <a:p>
            <a:pPr lvl="2"/>
            <a:r>
              <a:rPr lang="fr-FR" err="1"/>
              <a:t>Third</a:t>
            </a:r>
            <a:r>
              <a:rPr lang="fr-FR"/>
              <a:t> </a:t>
            </a:r>
            <a:r>
              <a:rPr lang="fr-FR" err="1"/>
              <a:t>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DE2A36-88EC-4A13-9346-E7A65DB242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here to add a title </a:t>
            </a:r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1895"/>
            <a:ext cx="8944271" cy="2563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Séminaire Jalons Projets R&amp;T / 13 Septembre 2024</a:t>
            </a:r>
          </a:p>
        </p:txBody>
      </p:sp>
    </p:spTree>
    <p:extLst>
      <p:ext uri="{BB962C8B-B14F-4D97-AF65-F5344CB8AC3E}">
        <p14:creationId xmlns:p14="http://schemas.microsoft.com/office/powerpoint/2010/main" val="37962254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55831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874295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677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8322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998364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857915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757351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3171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357357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54921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8351959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1333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42984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4862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53082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761353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60546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8852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07621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71100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769319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39044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60992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472779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98002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80162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98862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35688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9654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281584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42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50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458AAAE-9D06-4D6F-A6F7-E279F9D2C9B9}" type="slidenum">
              <a:rPr lang="fr-FR" smtClean="0"/>
              <a:t>‹N°›</a:t>
            </a:fld>
            <a:endParaRPr lang="fr-FR"/>
          </a:p>
        </p:txBody>
      </p:sp>
      <p:sp>
        <p:nvSpPr>
          <p:cNvPr id="4" name="ZoneTexte 3"/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70203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711" r:id="rId8"/>
    <p:sldLayoutId id="2147483713" r:id="rId9"/>
    <p:sldLayoutId id="2147483712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  <p:sldLayoutId id="2147483675" r:id="rId18"/>
    <p:sldLayoutId id="2147483676" r:id="rId19"/>
    <p:sldLayoutId id="2147483714" r:id="rId20"/>
  </p:sldLayoutIdLst>
  <p:transition>
    <p:fade/>
  </p:transition>
  <p:hf sldNum="0"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2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ZoneTexte 3"/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4008429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</p:sldLayoutIdLst>
  <p:transition>
    <p:fade/>
  </p:transition>
  <p:hf sldNum="0"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4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ZoneTexte 3"/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35161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</p:sldLayoutIdLst>
  <p:transition>
    <p:fade/>
  </p:transition>
  <p:hf sldNum="0"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4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ZoneTexte 3"/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71428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</p:sldLayoutIdLst>
  <p:transition>
    <p:fade/>
  </p:transition>
  <p:hf sldNum="0"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4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D8C56-39C5-A727-754B-D2F9CABCA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6B043F5-F438-C3CC-795C-9F986206D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Garants de fabricabilité – 5 personnes</a:t>
            </a:r>
          </a:p>
        </p:txBody>
      </p:sp>
      <p:pic>
        <p:nvPicPr>
          <p:cNvPr id="1026" name="ZONE_OMOC">
            <a:extLst>
              <a:ext uri="{FF2B5EF4-FFF2-40B4-BE49-F238E27FC236}">
                <a16:creationId xmlns:a16="http://schemas.microsoft.com/office/drawing/2014/main" id="{341E8026-00E3-924D-E9B8-0F523087D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A936D8DA-5857-E4E5-36BD-0F5E25955479}"/>
              </a:ext>
            </a:extLst>
          </p:cNvPr>
          <p:cNvSpPr/>
          <p:nvPr/>
        </p:nvSpPr>
        <p:spPr>
          <a:xfrm>
            <a:off x="2188784" y="4300487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AC4F2476-3C34-B80E-6033-740F4B6882AE}"/>
              </a:ext>
            </a:extLst>
          </p:cNvPr>
          <p:cNvSpPr/>
          <p:nvPr/>
        </p:nvSpPr>
        <p:spPr>
          <a:xfrm>
            <a:off x="0" y="3181420"/>
            <a:ext cx="1342418" cy="102092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i="1" dirty="0"/>
              <a:t>S’assurer que les experts / référents outillages soient bien conviés à la RGM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Faire le lien  avec le responsable  QCD du lot (inviter à la RGM, ou s’assurer que l’info lui soit bien transmise)</a:t>
            </a:r>
          </a:p>
          <a:p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9FC2874-CF8F-9C5E-D727-0C2784EF9E4B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FA49773-4F56-FBFE-3DB1-6AE2D429DDE9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C964C36-E943-2468-67A4-A8E61EDA56D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295EECA4-DF15-6279-FD3F-113972E96870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Niveau de priorité</a:t>
                      </a:r>
                    </a:p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8C317DD3-9857-626B-DC9C-CDBB9EB53FC2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C5CBDED3-557B-B017-925A-997A3122F236}"/>
              </a:ext>
            </a:extLst>
          </p:cNvPr>
          <p:cNvSpPr/>
          <p:nvPr/>
        </p:nvSpPr>
        <p:spPr>
          <a:xfrm>
            <a:off x="658781" y="1472458"/>
            <a:ext cx="1128930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/>
              <a:t>Déployer dans le process la partie budget/délai sur tout le périmètre IBIF</a:t>
            </a:r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188CAC9F-07A8-4741-504B-CA4A14CB188B}"/>
              </a:ext>
            </a:extLst>
          </p:cNvPr>
          <p:cNvSpPr/>
          <p:nvPr/>
        </p:nvSpPr>
        <p:spPr>
          <a:xfrm>
            <a:off x="3275030" y="3181286"/>
            <a:ext cx="973119" cy="469830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Participer à la mise à jour de l’ILS (incluant analyse d’impact)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600" i="1" dirty="0"/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89506B1D-6C36-9006-E4ED-0ED318FD73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2793044"/>
              </p:ext>
            </p:extLst>
          </p:nvPr>
        </p:nvGraphicFramePr>
        <p:xfrm>
          <a:off x="4865535" y="3601017"/>
          <a:ext cx="6113750" cy="239268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838045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275705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 dirty="0"/>
                        <a:t>Se raccrocher aux attentes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de suivi et visibilité sur la consommation du budget. Souligner que les attentes portent raisonnablement sur la planification à 3 mois (on n’attend pas une planification précise à un horizon lointain)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699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résultats sur la qualité de prévision.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u="sng"/>
                        <a:t>Support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/>
                        <a:t>Templates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chargement jalonnés </a:t>
                      </a:r>
                      <a:r>
                        <a:rPr lang="fr-FR" sz="700" u="none"/>
                        <a:t>achats outillages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i="0" u="none"/>
                        <a:t>Réaliser quelques points retex post-déploiement et mesurer l’appropriation des nouveaux usages RGM et de la qualité de prévision des lots </a:t>
                      </a:r>
                      <a:r>
                        <a:rPr lang="fr-FR" sz="700" b="1" i="0" u="none"/>
                        <a:t>(en s’appuyant sur coodinateur tech-eco IB et les experts usinage)</a:t>
                      </a:r>
                      <a:endParaRPr lang="fr-FR" sz="700" b="1" u="non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783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r-FR" sz="700" u="sng" dirty="0"/>
                        <a:t>Support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u="none" dirty="0"/>
                        <a:t>Points de support à la </a:t>
                      </a:r>
                      <a:r>
                        <a:rPr lang="fr-FR" sz="700" u="none" dirty="0" err="1"/>
                        <a:t>MàJ</a:t>
                      </a:r>
                      <a:r>
                        <a:rPr lang="fr-FR" sz="700" u="none" dirty="0"/>
                        <a:t>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et au chargement organisés par le coordinateur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IB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B8416501-299A-623A-2538-3E952578A270}"/>
              </a:ext>
            </a:extLst>
          </p:cNvPr>
          <p:cNvSpPr txBox="1"/>
          <p:nvPr/>
        </p:nvSpPr>
        <p:spPr>
          <a:xfrm>
            <a:off x="9521507" y="2526966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696FFB65-813C-E2A3-17C4-B9F540D053D1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B2E2055-E99F-A9BE-B211-DA46217401A0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7F426803-C733-82DD-7AA6-F1DC9325F8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423B1B85-E297-0272-4746-DF2D979623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33B415B7-F7CF-CD64-6175-2E2A0CDD2927}"/>
              </a:ext>
            </a:extLst>
          </p:cNvPr>
          <p:cNvSpPr/>
          <p:nvPr/>
        </p:nvSpPr>
        <p:spPr>
          <a:xfrm>
            <a:off x="1975280" y="2231178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EB63CC62-9682-9012-6002-8BE4BF7F8CC2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4063353-AE99-ACC9-B2CF-DEE410A4FD46}"/>
              </a:ext>
            </a:extLst>
          </p:cNvPr>
          <p:cNvSpPr/>
          <p:nvPr/>
        </p:nvSpPr>
        <p:spPr>
          <a:xfrm>
            <a:off x="1975280" y="3252360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0DE744F-9935-1634-7B34-B2A5832D8A1C}"/>
              </a:ext>
            </a:extLst>
          </p:cNvPr>
          <p:cNvSpPr/>
          <p:nvPr/>
        </p:nvSpPr>
        <p:spPr>
          <a:xfrm>
            <a:off x="2305480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862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B515C-2C88-8576-023C-13486A12D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">
            <a:extLst>
              <a:ext uri="{FF2B5EF4-FFF2-40B4-BE49-F238E27FC236}">
                <a16:creationId xmlns:a16="http://schemas.microsoft.com/office/drawing/2014/main" id="{0BC44379-09F4-24C3-5B6F-19FC3D424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Experts usinage IBIF – 1 personne</a:t>
            </a:r>
          </a:p>
        </p:txBody>
      </p:sp>
      <p:pic>
        <p:nvPicPr>
          <p:cNvPr id="1026" name="ZONE OMOC">
            <a:extLst>
              <a:ext uri="{FF2B5EF4-FFF2-40B4-BE49-F238E27FC236}">
                <a16:creationId xmlns:a16="http://schemas.microsoft.com/office/drawing/2014/main" id="{3CC5E396-DFB3-DD32-8199-49380220B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23149C84-C232-6792-C894-636259CA224A}"/>
              </a:ext>
            </a:extLst>
          </p:cNvPr>
          <p:cNvSpPr/>
          <p:nvPr/>
        </p:nvSpPr>
        <p:spPr>
          <a:xfrm>
            <a:off x="2231083" y="427500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195700DF-116B-A92F-B63E-5DDAC5EBE8EC}"/>
              </a:ext>
            </a:extLst>
          </p:cNvPr>
          <p:cNvSpPr/>
          <p:nvPr/>
        </p:nvSpPr>
        <p:spPr>
          <a:xfrm>
            <a:off x="0" y="3181420"/>
            <a:ext cx="1422803" cy="962563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sen, intégrer les critères </a:t>
            </a:r>
            <a:r>
              <a:rPr lang="fr-FR" sz="600" dirty="0" err="1"/>
              <a:t>supplémenataires</a:t>
            </a:r>
            <a:endParaRPr lang="fr-FR" sz="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Diffuser le </a:t>
            </a:r>
            <a:r>
              <a:rPr lang="fr-FR" sz="600" dirty="0" err="1"/>
              <a:t>template</a:t>
            </a:r>
            <a:r>
              <a:rPr lang="fr-FR" sz="600" dirty="0"/>
              <a:t> RGM, mettre à disposition des exemples avec la check-list et les </a:t>
            </a:r>
            <a:r>
              <a:rPr lang="fr-FR" sz="600" dirty="0" err="1"/>
              <a:t>livrabls</a:t>
            </a:r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C8A7C4F3-EF65-E2D6-BAF3-3EC54BBD4966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FF9A600-358C-D7FA-DEC8-4AF4971FC1EC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04092AF-96CB-1E9D-314E-21E23B47B14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9E5C567C-CA7A-6232-2567-A60F3D76C7B1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/>
                        <a:t>Niveau de priorité</a:t>
                      </a:r>
                    </a:p>
                    <a:p>
                      <a:pPr algn="ctr"/>
                      <a:r>
                        <a:rPr lang="fr-FR" sz="800" b="1" dirty="0"/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C2B23048-215D-71C5-BC06-0C43054CAE07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33F4B0BD-7DF8-6AC4-30DD-6EE47A32774C}"/>
              </a:ext>
            </a:extLst>
          </p:cNvPr>
          <p:cNvSpPr/>
          <p:nvPr/>
        </p:nvSpPr>
        <p:spPr>
          <a:xfrm>
            <a:off x="949113" y="147245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C5396967-718E-BB20-A918-9389C3B9E323}"/>
              </a:ext>
            </a:extLst>
          </p:cNvPr>
          <p:cNvSpPr/>
          <p:nvPr/>
        </p:nvSpPr>
        <p:spPr>
          <a:xfrm>
            <a:off x="3275031" y="3181285"/>
            <a:ext cx="838597" cy="70977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Piloter la mise à jour de l’ILS (incluant analyse d’impact sur IB)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Planifier la réalisation d’un RACI de la RGM</a:t>
            </a:r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4C563B32-BE56-ACD3-A205-6B0BD8F07A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104523"/>
              </p:ext>
            </p:extLst>
          </p:nvPr>
        </p:nvGraphicFramePr>
        <p:xfrm>
          <a:off x="4865534" y="3601017"/>
          <a:ext cx="6363455" cy="288036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953959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409496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Communiquer sur les enjeux du chantier et les résultats de la vague pilote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2378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apports sur la qualité du travail de par l’intégration des experts / référents outillages (exhaustivité du besoin outillage)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87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Mobilisation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en tant que relai pour animer les évolutions de la RGM (mettre à disposition la liste des livrables, être en attente lors de la RGM de ces éléments)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pour piloter la mise à jour de l’ILS-1940 et la planification de la réalisation d’un RACI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Support</a:t>
                      </a:r>
                      <a:endParaRPr lang="fr-FR" sz="700" i="0" u="none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Réaliser quelques points </a:t>
                      </a:r>
                      <a:r>
                        <a:rPr lang="fr-FR" sz="700" i="0" u="none" dirty="0" err="1"/>
                        <a:t>retex</a:t>
                      </a:r>
                      <a:r>
                        <a:rPr lang="fr-FR" sz="700" i="0" u="none" dirty="0"/>
                        <a:t> post-déploiement et mesurer l’appropriation des nouveaux usages RGM</a:t>
                      </a:r>
                      <a:endParaRPr lang="fr-FR" sz="700" i="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39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375369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A06E9C71-5FB1-ECD7-A0BD-B171BF736989}"/>
              </a:ext>
            </a:extLst>
          </p:cNvPr>
          <p:cNvSpPr txBox="1"/>
          <p:nvPr/>
        </p:nvSpPr>
        <p:spPr>
          <a:xfrm>
            <a:off x="9288043" y="2659610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C753BF18-0013-D9AE-675D-69EAC2A1A17B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3E43E6BF-9835-AECF-5E03-828E35AAF94C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93F16D1A-3014-5C1E-08D9-E36DBAAA90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0E79F5FB-8945-CC54-714F-E0255FC028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752B728D-1B5C-8436-A73C-C3F157A0B339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825A138F-D45B-DB43-AAB9-CB927A3914C2}"/>
              </a:ext>
            </a:extLst>
          </p:cNvPr>
          <p:cNvSpPr/>
          <p:nvPr/>
        </p:nvSpPr>
        <p:spPr>
          <a:xfrm>
            <a:off x="2650382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3CE422F-458F-74F6-59B7-379FAC35CE72}"/>
              </a:ext>
            </a:extLst>
          </p:cNvPr>
          <p:cNvSpPr/>
          <p:nvPr/>
        </p:nvSpPr>
        <p:spPr>
          <a:xfrm>
            <a:off x="1975280" y="25827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D31C9648-A184-5C29-1277-9A816FA1D102}"/>
              </a:ext>
            </a:extLst>
          </p:cNvPr>
          <p:cNvSpPr/>
          <p:nvPr/>
        </p:nvSpPr>
        <p:spPr>
          <a:xfrm>
            <a:off x="1984210" y="33108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1228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C3FC5-151C-D696-34C2-D57067667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0B28600-9B0A-D083-B2E2-53C6068F4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Garants de fabricabilité – 10 personnes</a:t>
            </a:r>
          </a:p>
        </p:txBody>
      </p:sp>
      <p:pic>
        <p:nvPicPr>
          <p:cNvPr id="1026" name="ZONE_OMOC">
            <a:extLst>
              <a:ext uri="{FF2B5EF4-FFF2-40B4-BE49-F238E27FC236}">
                <a16:creationId xmlns:a16="http://schemas.microsoft.com/office/drawing/2014/main" id="{1C292B99-169F-F600-204C-22F39FAE6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5EE6BA7C-8F47-969B-83C9-07422D18DECE}"/>
              </a:ext>
            </a:extLst>
          </p:cNvPr>
          <p:cNvSpPr/>
          <p:nvPr/>
        </p:nvSpPr>
        <p:spPr>
          <a:xfrm>
            <a:off x="2188784" y="4300487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42B7A72E-678B-519A-6CF1-E0CE295E4ADC}"/>
              </a:ext>
            </a:extLst>
          </p:cNvPr>
          <p:cNvSpPr/>
          <p:nvPr/>
        </p:nvSpPr>
        <p:spPr>
          <a:xfrm>
            <a:off x="0" y="3181420"/>
            <a:ext cx="1342418" cy="102092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i="1" dirty="0"/>
              <a:t>S’assurer que les experts / référents outillages soient bien conviés à la RGM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Faire le lien  avec le responsable  QCD du lot (inviter à la RGM, ou s’assurer que l’info lui soit bien transmise)</a:t>
            </a:r>
          </a:p>
          <a:p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8B54C08-52CE-3831-899C-DE4CE27295BC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112B5D-C26E-7EE6-344E-9817E2B4C56F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3B8DCB3-6D20-1762-F89B-07FF13791CA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21DB8933-3262-D94C-D1FB-352DFFC623B6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Niveau de priorité</a:t>
                      </a:r>
                    </a:p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6A45902F-75F8-5394-F2BB-0CB8A297DD8E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15105C12-F263-0AAC-C369-EDEBD451A8E4}"/>
              </a:ext>
            </a:extLst>
          </p:cNvPr>
          <p:cNvSpPr/>
          <p:nvPr/>
        </p:nvSpPr>
        <p:spPr>
          <a:xfrm>
            <a:off x="658781" y="1472458"/>
            <a:ext cx="1128930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/>
              <a:t>Déployer dans le process la partie budget/délai sur tout le périmètre IBIF</a:t>
            </a:r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B37A8516-BC92-ABF4-07D9-EE3CEC1FC645}"/>
              </a:ext>
            </a:extLst>
          </p:cNvPr>
          <p:cNvSpPr/>
          <p:nvPr/>
        </p:nvSpPr>
        <p:spPr>
          <a:xfrm>
            <a:off x="3275030" y="3181286"/>
            <a:ext cx="973119" cy="469830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Participer à la mise à jour de l’ILS (incluant analyse d’impact)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600" i="1" dirty="0"/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A63122BC-D5BB-955B-4A1B-DE8EB22C7154}"/>
              </a:ext>
            </a:extLst>
          </p:cNvPr>
          <p:cNvGraphicFramePr>
            <a:graphicFrameLocks noGrp="1"/>
          </p:cNvGraphicFramePr>
          <p:nvPr/>
        </p:nvGraphicFramePr>
        <p:xfrm>
          <a:off x="4865535" y="3601017"/>
          <a:ext cx="6113750" cy="239268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838045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275705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 dirty="0"/>
                        <a:t>Se raccrocher aux attentes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de suivi et visibilité sur la consommation du budget. Souligner que les attentes portent raisonnablement sur la planification à 3 mois (on n’attend pas une planification précise à un horizon lointain)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699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résultats sur la qualité de prévision.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u="sng"/>
                        <a:t>Support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/>
                        <a:t>Templates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chargement jalonnés </a:t>
                      </a:r>
                      <a:r>
                        <a:rPr lang="fr-FR" sz="700" u="none"/>
                        <a:t>achats outillages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i="0" u="none"/>
                        <a:t>Réaliser quelques points retex post-déploiement et mesurer l’appropriation des nouveaux usages RGM et de la qualité de prévision des lots </a:t>
                      </a:r>
                      <a:r>
                        <a:rPr lang="fr-FR" sz="700" b="1" i="0" u="none"/>
                        <a:t>(en s’appuyant sur coodinateur tech-eco IB et les experts usinage)</a:t>
                      </a:r>
                      <a:endParaRPr lang="fr-FR" sz="700" b="1" u="non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783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r-FR" sz="700" u="sng" dirty="0"/>
                        <a:t>Support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u="none" dirty="0"/>
                        <a:t>Points de support à la </a:t>
                      </a:r>
                      <a:r>
                        <a:rPr lang="fr-FR" sz="700" u="none" dirty="0" err="1"/>
                        <a:t>MàJ</a:t>
                      </a:r>
                      <a:r>
                        <a:rPr lang="fr-FR" sz="700" u="none" dirty="0"/>
                        <a:t>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et au chargement organisés par le coordinateur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IB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64D67AC6-4AE1-8A86-166C-88BA7BCBD6F5}"/>
              </a:ext>
            </a:extLst>
          </p:cNvPr>
          <p:cNvSpPr txBox="1"/>
          <p:nvPr/>
        </p:nvSpPr>
        <p:spPr>
          <a:xfrm>
            <a:off x="9521507" y="2526966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F7E6DFEC-4A42-74A2-8DD7-AE690521DDC9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A87B0680-1A84-882A-4FC9-92F82B671413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080841AA-3553-6664-1B92-F4A25617E2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1A736067-58AF-26F3-3B56-B4E3BED2B3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AFF84D9A-BD93-0F6F-CFDE-7AA7750FCE9D}"/>
              </a:ext>
            </a:extLst>
          </p:cNvPr>
          <p:cNvSpPr/>
          <p:nvPr/>
        </p:nvSpPr>
        <p:spPr>
          <a:xfrm>
            <a:off x="1975280" y="2231178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A79E8C33-1A4F-1DC7-7648-23D6E750BDAC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13EC28EC-D05F-6681-D028-B7113B983D55}"/>
              </a:ext>
            </a:extLst>
          </p:cNvPr>
          <p:cNvSpPr/>
          <p:nvPr/>
        </p:nvSpPr>
        <p:spPr>
          <a:xfrm>
            <a:off x="1975280" y="3252360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C124FB6F-DFC8-CEDB-380F-FDDEBC6DB21B}"/>
              </a:ext>
            </a:extLst>
          </p:cNvPr>
          <p:cNvSpPr/>
          <p:nvPr/>
        </p:nvSpPr>
        <p:spPr>
          <a:xfrm>
            <a:off x="2305480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230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F31E8-6042-F911-848F-9249A8088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">
            <a:extLst>
              <a:ext uri="{FF2B5EF4-FFF2-40B4-BE49-F238E27FC236}">
                <a16:creationId xmlns:a16="http://schemas.microsoft.com/office/drawing/2014/main" id="{A1E857C2-D34B-50F7-E67E-FE61F808F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Experts usinage IBIF</a:t>
            </a:r>
          </a:p>
        </p:txBody>
      </p:sp>
      <p:pic>
        <p:nvPicPr>
          <p:cNvPr id="1026" name="ZONE OMOC">
            <a:extLst>
              <a:ext uri="{FF2B5EF4-FFF2-40B4-BE49-F238E27FC236}">
                <a16:creationId xmlns:a16="http://schemas.microsoft.com/office/drawing/2014/main" id="{1A547187-C186-9A32-68EA-2A3F5E1B4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57B806D4-BB26-485D-3629-32490546971D}"/>
              </a:ext>
            </a:extLst>
          </p:cNvPr>
          <p:cNvSpPr/>
          <p:nvPr/>
        </p:nvSpPr>
        <p:spPr>
          <a:xfrm>
            <a:off x="2231083" y="427500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F5E4D9DE-34F2-80EE-E5DB-5E31FDB799B2}"/>
              </a:ext>
            </a:extLst>
          </p:cNvPr>
          <p:cNvSpPr/>
          <p:nvPr/>
        </p:nvSpPr>
        <p:spPr>
          <a:xfrm>
            <a:off x="0" y="3181420"/>
            <a:ext cx="1422803" cy="962563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sen, intégrer les critères </a:t>
            </a:r>
            <a:r>
              <a:rPr lang="fr-FR" sz="600" dirty="0" err="1"/>
              <a:t>supplémenataires</a:t>
            </a:r>
            <a:endParaRPr lang="fr-FR" sz="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Diffuser le </a:t>
            </a:r>
            <a:r>
              <a:rPr lang="fr-FR" sz="600" dirty="0" err="1"/>
              <a:t>template</a:t>
            </a:r>
            <a:r>
              <a:rPr lang="fr-FR" sz="600" dirty="0"/>
              <a:t> RGM, mettre à disposition des exemples avec la check-list et les </a:t>
            </a:r>
            <a:r>
              <a:rPr lang="fr-FR" sz="600" dirty="0" err="1"/>
              <a:t>livrabls</a:t>
            </a:r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CFB83B5B-C0B6-0640-8631-9D39F632B72A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FC0BB74-90FE-8A0F-F433-18BA6EA8B36C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63DAE95-9DEA-6D07-26B5-A14C8E492B5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E80C6E27-7607-A93B-333A-4161A29E10FD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/>
                        <a:t>Niveau de priorité</a:t>
                      </a:r>
                    </a:p>
                    <a:p>
                      <a:pPr algn="ctr"/>
                      <a:r>
                        <a:rPr lang="fr-FR" sz="800" b="1" dirty="0"/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8228F65A-9D02-C04E-162D-3E5690CA7704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39693BEE-5306-3B0D-B108-65F67B967A54}"/>
              </a:ext>
            </a:extLst>
          </p:cNvPr>
          <p:cNvSpPr/>
          <p:nvPr/>
        </p:nvSpPr>
        <p:spPr>
          <a:xfrm>
            <a:off x="949113" y="147245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D161892F-D4D6-4983-92B8-5781768F6047}"/>
              </a:ext>
            </a:extLst>
          </p:cNvPr>
          <p:cNvSpPr/>
          <p:nvPr/>
        </p:nvSpPr>
        <p:spPr>
          <a:xfrm>
            <a:off x="3275031" y="3181285"/>
            <a:ext cx="838597" cy="70977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Piloter la mise à jour de l’ILS (incluant analyse d’impact sur IB)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Planifier la réalisation d’un RACI de la RGM</a:t>
            </a:r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5331C226-F809-062F-E604-E42C52C8E321}"/>
              </a:ext>
            </a:extLst>
          </p:cNvPr>
          <p:cNvGraphicFramePr>
            <a:graphicFrameLocks noGrp="1"/>
          </p:cNvGraphicFramePr>
          <p:nvPr/>
        </p:nvGraphicFramePr>
        <p:xfrm>
          <a:off x="4865534" y="3601017"/>
          <a:ext cx="6363455" cy="288036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953959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409496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Communiquer sur les enjeux du chantier et les résultats de la vague pilote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2378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apports sur la qualité du travail de par l’intégration des experts / référents outillages (exhaustivité du besoin outillage)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87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Mobilisation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en tant que relai pour animer les évolutions de la RGM (mettre à disposition la liste des livrables, être en attente lors de la RGM de ces éléments)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pour piloter la mise à jour de l’ILS-1940 et la planification de la réalisation d’un RACI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Support</a:t>
                      </a:r>
                      <a:endParaRPr lang="fr-FR" sz="700" i="0" u="none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Réaliser quelques points </a:t>
                      </a:r>
                      <a:r>
                        <a:rPr lang="fr-FR" sz="700" i="0" u="none" dirty="0" err="1"/>
                        <a:t>retex</a:t>
                      </a:r>
                      <a:r>
                        <a:rPr lang="fr-FR" sz="700" i="0" u="none" dirty="0"/>
                        <a:t> post-déploiement et mesurer l’appropriation des nouveaux usages RGM</a:t>
                      </a:r>
                      <a:endParaRPr lang="fr-FR" sz="700" i="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39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375369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1B02FB52-EB79-DDE2-4BE8-0CF86E04F40D}"/>
              </a:ext>
            </a:extLst>
          </p:cNvPr>
          <p:cNvSpPr txBox="1"/>
          <p:nvPr/>
        </p:nvSpPr>
        <p:spPr>
          <a:xfrm>
            <a:off x="9288043" y="2659610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9B6CEF69-E8CE-8358-238D-07A11E7BE4B0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033B3689-D53C-57E7-FCC7-3859F42DC562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65421682-5A1B-8DBC-B267-E38AD902AF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8F1FB067-1325-B169-ACD7-2086088083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D7B9F749-2B21-7250-3C60-5B01E22AB67C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18AE5643-736B-BEDD-FFDC-8B35F662B479}"/>
              </a:ext>
            </a:extLst>
          </p:cNvPr>
          <p:cNvSpPr/>
          <p:nvPr/>
        </p:nvSpPr>
        <p:spPr>
          <a:xfrm>
            <a:off x="2650382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317B39C6-4392-AE5C-7F49-1BAD60153BD3}"/>
              </a:ext>
            </a:extLst>
          </p:cNvPr>
          <p:cNvSpPr/>
          <p:nvPr/>
        </p:nvSpPr>
        <p:spPr>
          <a:xfrm>
            <a:off x="1975280" y="25827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193FD59E-5B28-9E01-04D1-9D27AB916CCF}"/>
              </a:ext>
            </a:extLst>
          </p:cNvPr>
          <p:cNvSpPr/>
          <p:nvPr/>
        </p:nvSpPr>
        <p:spPr>
          <a:xfrm>
            <a:off x="1984210" y="33108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3883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16679-4780-B12E-AEBB-A58322BDA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E495075-FF1B-5465-4463-22434DE61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Garants de fabricabilité – 5 personnes</a:t>
            </a:r>
          </a:p>
        </p:txBody>
      </p:sp>
      <p:pic>
        <p:nvPicPr>
          <p:cNvPr id="1026" name="ZONE_OMOC">
            <a:extLst>
              <a:ext uri="{FF2B5EF4-FFF2-40B4-BE49-F238E27FC236}">
                <a16:creationId xmlns:a16="http://schemas.microsoft.com/office/drawing/2014/main" id="{E22DF1EB-9516-E948-1A7D-23F028B5CE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3118E6D4-2F16-A7F1-8100-A4808794CD40}"/>
              </a:ext>
            </a:extLst>
          </p:cNvPr>
          <p:cNvSpPr/>
          <p:nvPr/>
        </p:nvSpPr>
        <p:spPr>
          <a:xfrm>
            <a:off x="2188784" y="4300487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36240FC1-9F21-95EA-A16D-860EBA62B134}"/>
              </a:ext>
            </a:extLst>
          </p:cNvPr>
          <p:cNvSpPr/>
          <p:nvPr/>
        </p:nvSpPr>
        <p:spPr>
          <a:xfrm>
            <a:off x="0" y="3181420"/>
            <a:ext cx="1342418" cy="102092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i="1" dirty="0"/>
              <a:t>S’assurer que les experts / référents outillages soient bien conviés à la RGM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Faire le lien  avec le responsable  QCD du lot (inviter à la RGM, ou s’assurer que l’info lui soit bien transmise)</a:t>
            </a:r>
          </a:p>
          <a:p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F5D1291-6E15-DA30-C136-DCCA2A4AB5CC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3E7CF0B-0081-1C78-4840-441921367CAE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FE8D535-F9EF-1E6D-3286-DE81231A0C4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2D593B2C-63E1-77B9-DB3F-EB19EDF1FAE0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Niveau de priorité</a:t>
                      </a:r>
                    </a:p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B2F5CE4A-778F-2F29-743D-A66AF2AE14D3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9828800E-2627-B3D3-5D9B-474AD394C606}"/>
              </a:ext>
            </a:extLst>
          </p:cNvPr>
          <p:cNvSpPr/>
          <p:nvPr/>
        </p:nvSpPr>
        <p:spPr>
          <a:xfrm>
            <a:off x="658781" y="1472458"/>
            <a:ext cx="1128930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/>
              <a:t>Déployer dans le process la partie budget/délai sur tout le périmètre IBIF</a:t>
            </a:r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82B4575E-3E2C-8F42-1854-D1564342452D}"/>
              </a:ext>
            </a:extLst>
          </p:cNvPr>
          <p:cNvSpPr/>
          <p:nvPr/>
        </p:nvSpPr>
        <p:spPr>
          <a:xfrm>
            <a:off x="3275030" y="3181286"/>
            <a:ext cx="973119" cy="469830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Participer à la mise à jour de l’ILS (incluant analyse d’impact)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600" i="1" dirty="0"/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507B57C0-E845-B130-2110-8BD4B043BE0B}"/>
              </a:ext>
            </a:extLst>
          </p:cNvPr>
          <p:cNvGraphicFramePr>
            <a:graphicFrameLocks noGrp="1"/>
          </p:cNvGraphicFramePr>
          <p:nvPr/>
        </p:nvGraphicFramePr>
        <p:xfrm>
          <a:off x="4865535" y="3601017"/>
          <a:ext cx="6113750" cy="239268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838045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275705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 dirty="0"/>
                        <a:t>Se raccrocher aux attentes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de suivi et visibilité sur la consommation du budget. Souligner que les attentes portent raisonnablement sur la planification à 3 mois (on n’attend pas une planification précise à un horizon lointain)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699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résultats sur la qualité de prévision.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u="sng"/>
                        <a:t>Support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/>
                        <a:t>Templates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chargement jalonnés </a:t>
                      </a:r>
                      <a:r>
                        <a:rPr lang="fr-FR" sz="700" u="none"/>
                        <a:t>achats outillages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i="0" u="none"/>
                        <a:t>Réaliser quelques points retex post-déploiement et mesurer l’appropriation des nouveaux usages RGM et de la qualité de prévision des lots </a:t>
                      </a:r>
                      <a:r>
                        <a:rPr lang="fr-FR" sz="700" b="1" i="0" u="none"/>
                        <a:t>(en s’appuyant sur coodinateur tech-eco IB et les experts usinage)</a:t>
                      </a:r>
                      <a:endParaRPr lang="fr-FR" sz="700" b="1" u="non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783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r-FR" sz="700" u="sng" dirty="0"/>
                        <a:t>Support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u="none" dirty="0"/>
                        <a:t>Points de support à la </a:t>
                      </a:r>
                      <a:r>
                        <a:rPr lang="fr-FR" sz="700" u="none" dirty="0" err="1"/>
                        <a:t>MàJ</a:t>
                      </a:r>
                      <a:r>
                        <a:rPr lang="fr-FR" sz="700" u="none" dirty="0"/>
                        <a:t>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et au chargement organisés par le coordinateur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IB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1CF24A60-4E56-16EB-E3B5-E6B356AC98E7}"/>
              </a:ext>
            </a:extLst>
          </p:cNvPr>
          <p:cNvSpPr txBox="1"/>
          <p:nvPr/>
        </p:nvSpPr>
        <p:spPr>
          <a:xfrm>
            <a:off x="9521507" y="2526966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8D4AB7EE-C064-5C7D-8914-A1E0B173E5C1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4F5481A6-7509-A87C-DA6C-A613E7BD7DB8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271E6922-D401-8E86-2D2A-22979B77B5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134B8290-CC0A-3AE5-C76C-9B36D7B71A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713BE5DB-C9E3-5DEF-0A0A-94CD975AE027}"/>
              </a:ext>
            </a:extLst>
          </p:cNvPr>
          <p:cNvSpPr/>
          <p:nvPr/>
        </p:nvSpPr>
        <p:spPr>
          <a:xfrm>
            <a:off x="1975280" y="2231178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39A20DFE-7F57-7865-9BB7-E736F0475E5A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D4A4A3BF-15A5-9708-BAF4-DBFFCC1BA0C3}"/>
              </a:ext>
            </a:extLst>
          </p:cNvPr>
          <p:cNvSpPr/>
          <p:nvPr/>
        </p:nvSpPr>
        <p:spPr>
          <a:xfrm>
            <a:off x="1975280" y="3252360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413BD80-C82C-C8D0-DA21-D6FCA19C995D}"/>
              </a:ext>
            </a:extLst>
          </p:cNvPr>
          <p:cNvSpPr/>
          <p:nvPr/>
        </p:nvSpPr>
        <p:spPr>
          <a:xfrm>
            <a:off x="2305480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6817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F9DE8-4D35-F332-EDD6-4B904B6DC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">
            <a:extLst>
              <a:ext uri="{FF2B5EF4-FFF2-40B4-BE49-F238E27FC236}">
                <a16:creationId xmlns:a16="http://schemas.microsoft.com/office/drawing/2014/main" id="{80488FD2-928D-5539-FC9C-AC92E903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Experts usinage IBIF</a:t>
            </a:r>
          </a:p>
        </p:txBody>
      </p:sp>
      <p:pic>
        <p:nvPicPr>
          <p:cNvPr id="1026" name="ZONE OMOC">
            <a:extLst>
              <a:ext uri="{FF2B5EF4-FFF2-40B4-BE49-F238E27FC236}">
                <a16:creationId xmlns:a16="http://schemas.microsoft.com/office/drawing/2014/main" id="{F0AD945F-5283-926B-B3E7-037B4AB31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67BF90CF-E357-70CE-246B-838A179F5A38}"/>
              </a:ext>
            </a:extLst>
          </p:cNvPr>
          <p:cNvSpPr/>
          <p:nvPr/>
        </p:nvSpPr>
        <p:spPr>
          <a:xfrm>
            <a:off x="2231083" y="427500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4221426E-6D47-1ED8-5D44-C46F5872D32F}"/>
              </a:ext>
            </a:extLst>
          </p:cNvPr>
          <p:cNvSpPr/>
          <p:nvPr/>
        </p:nvSpPr>
        <p:spPr>
          <a:xfrm>
            <a:off x="0" y="3181420"/>
            <a:ext cx="1422803" cy="962563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sen, intégrer les critères </a:t>
            </a:r>
            <a:r>
              <a:rPr lang="fr-FR" sz="600" dirty="0" err="1"/>
              <a:t>supplémenataires</a:t>
            </a:r>
            <a:endParaRPr lang="fr-FR" sz="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Diffuser le </a:t>
            </a:r>
            <a:r>
              <a:rPr lang="fr-FR" sz="600" dirty="0" err="1"/>
              <a:t>template</a:t>
            </a:r>
            <a:r>
              <a:rPr lang="fr-FR" sz="600" dirty="0"/>
              <a:t> RGM, mettre à disposition des exemples avec la check-list et les </a:t>
            </a:r>
            <a:r>
              <a:rPr lang="fr-FR" sz="600" dirty="0" err="1"/>
              <a:t>livrabls</a:t>
            </a:r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FABC5BD9-ADB0-C31E-EB04-370A87A94284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69A6409-E48C-DFF7-D73F-B6D6495E5F38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3292FA2-5DEE-400F-F2CD-9F895F0DB60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E368B189-72AB-16FC-BA6A-34C9CA209853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/>
                        <a:t>Niveau de priorité</a:t>
                      </a:r>
                    </a:p>
                    <a:p>
                      <a:pPr algn="ctr"/>
                      <a:r>
                        <a:rPr lang="fr-FR" sz="800" b="1" dirty="0"/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F69120E1-1FF6-568A-9B72-45B10DB16213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039A015B-32FE-A845-9925-33D51CD62A65}"/>
              </a:ext>
            </a:extLst>
          </p:cNvPr>
          <p:cNvSpPr/>
          <p:nvPr/>
        </p:nvSpPr>
        <p:spPr>
          <a:xfrm>
            <a:off x="949113" y="147245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7DE349A8-B413-319B-FC39-906C2AFCFF92}"/>
              </a:ext>
            </a:extLst>
          </p:cNvPr>
          <p:cNvSpPr/>
          <p:nvPr/>
        </p:nvSpPr>
        <p:spPr>
          <a:xfrm>
            <a:off x="3275031" y="3181285"/>
            <a:ext cx="838597" cy="70977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Piloter la mise à jour de l’ILS (incluant analyse d’impact sur IB)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Planifier la réalisation d’un RACI de la RGM</a:t>
            </a:r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F03B914B-985B-E627-9EF3-7ACE403372EA}"/>
              </a:ext>
            </a:extLst>
          </p:cNvPr>
          <p:cNvGraphicFramePr>
            <a:graphicFrameLocks noGrp="1"/>
          </p:cNvGraphicFramePr>
          <p:nvPr/>
        </p:nvGraphicFramePr>
        <p:xfrm>
          <a:off x="4865534" y="3601017"/>
          <a:ext cx="6363455" cy="288036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953959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409496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Communiquer sur les enjeux du chantier et les résultats de la vague pilote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2378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apports sur la qualité du travail de par l’intégration des experts / référents outillages (exhaustivité du besoin outillage)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87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Mobilisation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en tant que relai pour animer les évolutions de la RGM (mettre à disposition la liste des livrables, être en attente lors de la RGM de ces éléments)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pour piloter la mise à jour de l’ILS-1940 et la planification de la réalisation d’un RACI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Support</a:t>
                      </a:r>
                      <a:endParaRPr lang="fr-FR" sz="700" i="0" u="none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Réaliser quelques points </a:t>
                      </a:r>
                      <a:r>
                        <a:rPr lang="fr-FR" sz="700" i="0" u="none" dirty="0" err="1"/>
                        <a:t>retex</a:t>
                      </a:r>
                      <a:r>
                        <a:rPr lang="fr-FR" sz="700" i="0" u="none" dirty="0"/>
                        <a:t> post-déploiement et mesurer l’appropriation des nouveaux usages RGM</a:t>
                      </a:r>
                      <a:endParaRPr lang="fr-FR" sz="700" i="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39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375369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6302DD0C-4BA8-DCF2-62DA-23E243C428F9}"/>
              </a:ext>
            </a:extLst>
          </p:cNvPr>
          <p:cNvSpPr txBox="1"/>
          <p:nvPr/>
        </p:nvSpPr>
        <p:spPr>
          <a:xfrm>
            <a:off x="9288043" y="2659610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960C2410-85FA-22FB-5F1A-2C3420803861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8E500673-FEFC-B963-8913-D99A93C06FB4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2FCA4EBB-C5DB-18F5-69F1-9C00025F89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43481A47-9669-1409-F049-5CD8803ACE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AAB6EB3E-4C57-9EAB-A864-33508733C79E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E8B533BC-5F30-3AB0-B505-FB5FAC9A3A5B}"/>
              </a:ext>
            </a:extLst>
          </p:cNvPr>
          <p:cNvSpPr/>
          <p:nvPr/>
        </p:nvSpPr>
        <p:spPr>
          <a:xfrm>
            <a:off x="2650382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11F1128-9679-8E76-5C5C-4DF18A32D1F7}"/>
              </a:ext>
            </a:extLst>
          </p:cNvPr>
          <p:cNvSpPr/>
          <p:nvPr/>
        </p:nvSpPr>
        <p:spPr>
          <a:xfrm>
            <a:off x="1975280" y="25827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88CE7B4A-DF63-1E33-4424-573215B61128}"/>
              </a:ext>
            </a:extLst>
          </p:cNvPr>
          <p:cNvSpPr/>
          <p:nvPr/>
        </p:nvSpPr>
        <p:spPr>
          <a:xfrm>
            <a:off x="1984210" y="33108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313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E2735-362E-346D-10D5-7E49AD08D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DC908-B583-63E2-F894-EB0496646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Garants de fabricabilité – 5 personnes</a:t>
            </a:r>
          </a:p>
        </p:txBody>
      </p:sp>
      <p:pic>
        <p:nvPicPr>
          <p:cNvPr id="1026" name="ZONE_OMOC">
            <a:extLst>
              <a:ext uri="{FF2B5EF4-FFF2-40B4-BE49-F238E27FC236}">
                <a16:creationId xmlns:a16="http://schemas.microsoft.com/office/drawing/2014/main" id="{194F8534-1D54-A9CB-C7C3-0A1656B45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1E8D92CE-8BA5-ACC2-ABA8-724EE78F49C7}"/>
              </a:ext>
            </a:extLst>
          </p:cNvPr>
          <p:cNvSpPr/>
          <p:nvPr/>
        </p:nvSpPr>
        <p:spPr>
          <a:xfrm>
            <a:off x="2188784" y="4300487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4935BE8D-C606-A221-F393-7BB7ED059CFC}"/>
              </a:ext>
            </a:extLst>
          </p:cNvPr>
          <p:cNvSpPr/>
          <p:nvPr/>
        </p:nvSpPr>
        <p:spPr>
          <a:xfrm>
            <a:off x="0" y="3181420"/>
            <a:ext cx="1342418" cy="102092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i="1" dirty="0"/>
              <a:t>S’assurer que les experts / référents outillages soient bien conviés à la RGM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Faire le lien  avec le responsable  QCD du lot (inviter à la RGM, ou s’assurer que l’info lui soit bien transmise)</a:t>
            </a:r>
          </a:p>
          <a:p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EFBDC0A6-AD66-5E74-D8EF-BE2A64217063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F3B7F23-2146-4B00-49D4-DBF805BEAD6D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90D795F-5ED5-8BFB-BA18-28153EB50A7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D69E605E-AEC1-D23B-128D-9D34D31040C5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Niveau de priorité</a:t>
                      </a:r>
                    </a:p>
                    <a:p>
                      <a:pPr algn="ctr"/>
                      <a:r>
                        <a:rPr lang="fr-FR" sz="800" b="1" dirty="0">
                          <a:highlight>
                            <a:srgbClr val="FDA85B"/>
                          </a:highlight>
                        </a:rPr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F682CFC7-51EE-F454-2850-3D271F2E9E8D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5FF69688-C61C-C07C-9236-A4FD7BA21EFE}"/>
              </a:ext>
            </a:extLst>
          </p:cNvPr>
          <p:cNvSpPr/>
          <p:nvPr/>
        </p:nvSpPr>
        <p:spPr>
          <a:xfrm>
            <a:off x="658781" y="1472458"/>
            <a:ext cx="1128930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/>
              <a:t>Déployer dans le process la partie budget/délai sur tout le périmètre IBIF</a:t>
            </a:r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FB7EFF8C-D268-7EA6-EF5D-09D795726821}"/>
              </a:ext>
            </a:extLst>
          </p:cNvPr>
          <p:cNvSpPr/>
          <p:nvPr/>
        </p:nvSpPr>
        <p:spPr>
          <a:xfrm>
            <a:off x="3275030" y="3181286"/>
            <a:ext cx="973119" cy="469830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Participer à la mise à jour de l’ILS (incluant analyse d’impact)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600" i="1" dirty="0"/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3232C6AE-B549-8CE0-7818-2843DF33C9F0}"/>
              </a:ext>
            </a:extLst>
          </p:cNvPr>
          <p:cNvGraphicFramePr>
            <a:graphicFrameLocks noGrp="1"/>
          </p:cNvGraphicFramePr>
          <p:nvPr/>
        </p:nvGraphicFramePr>
        <p:xfrm>
          <a:off x="4865535" y="3601017"/>
          <a:ext cx="6113750" cy="239268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838045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275705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 dirty="0"/>
                        <a:t>Se raccrocher aux attentes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de suivi et visibilité sur la consommation du budget. Souligner que les attentes portent raisonnablement sur la planification à 3 mois (on n’attend pas une planification précise à un horizon lointain)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4699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résultats sur la qualité de prévision.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u="sng"/>
                        <a:t>Support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u="none"/>
                        <a:t>Templates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chargement jalonnés </a:t>
                      </a:r>
                      <a:r>
                        <a:rPr lang="fr-FR" sz="700" u="none"/>
                        <a:t>achats outillages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i="0" u="none"/>
                        <a:t>Réaliser quelques points retex post-déploiement et mesurer l’appropriation des nouveaux usages RGM et de la qualité de prévision des lots </a:t>
                      </a:r>
                      <a:r>
                        <a:rPr lang="fr-FR" sz="700" b="1" i="0" u="none"/>
                        <a:t>(en s’appuyant sur coodinateur tech-eco IB et les experts usinage)</a:t>
                      </a:r>
                      <a:endParaRPr lang="fr-FR" sz="700" b="1" u="non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783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r-FR" sz="700" u="sng" dirty="0"/>
                        <a:t>Support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u="none" dirty="0"/>
                        <a:t>Points de support à la </a:t>
                      </a:r>
                      <a:r>
                        <a:rPr lang="fr-FR" sz="700" u="none" dirty="0" err="1"/>
                        <a:t>MàJ</a:t>
                      </a:r>
                      <a:r>
                        <a:rPr lang="fr-FR" sz="700" u="none" dirty="0"/>
                        <a:t> </a:t>
                      </a:r>
                      <a:r>
                        <a:rPr lang="fr-FR" sz="700" u="none" dirty="0" err="1"/>
                        <a:t>oSmoz</a:t>
                      </a:r>
                      <a:r>
                        <a:rPr lang="fr-FR" sz="700" u="none" dirty="0"/>
                        <a:t> et au chargement organisés par le coordinateur tech-</a:t>
                      </a:r>
                      <a:r>
                        <a:rPr lang="fr-FR" sz="700" u="none" dirty="0" err="1"/>
                        <a:t>eco</a:t>
                      </a:r>
                      <a:r>
                        <a:rPr lang="fr-FR" sz="700" u="none" dirty="0"/>
                        <a:t> IB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5F15A3D4-C54E-CED8-4D36-828BD938678F}"/>
              </a:ext>
            </a:extLst>
          </p:cNvPr>
          <p:cNvSpPr txBox="1"/>
          <p:nvPr/>
        </p:nvSpPr>
        <p:spPr>
          <a:xfrm>
            <a:off x="9521507" y="2526966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6731745B-E667-9306-D8FA-61D23C3EC675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018856BC-C3DF-26AC-D037-526C0D3098D7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83C9A115-AF7F-4EED-9314-ABC8B78AD5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71051BA0-9BAC-28B7-A094-070BD13715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EE5C1DB8-C2CA-7E3A-3C72-BDC6FB25B5B9}"/>
              </a:ext>
            </a:extLst>
          </p:cNvPr>
          <p:cNvSpPr/>
          <p:nvPr/>
        </p:nvSpPr>
        <p:spPr>
          <a:xfrm>
            <a:off x="1975280" y="2231178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5C86FA7-4FB6-6388-D24A-FB9BE5EE25DC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AA19363C-DF11-6654-AE44-F3AE64F8F029}"/>
              </a:ext>
            </a:extLst>
          </p:cNvPr>
          <p:cNvSpPr/>
          <p:nvPr/>
        </p:nvSpPr>
        <p:spPr>
          <a:xfrm>
            <a:off x="1975280" y="3252360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92958954-746A-7E82-83E9-5418A04AE07B}"/>
              </a:ext>
            </a:extLst>
          </p:cNvPr>
          <p:cNvSpPr/>
          <p:nvPr/>
        </p:nvSpPr>
        <p:spPr>
          <a:xfrm>
            <a:off x="2305480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519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D6A3F-A74E-51CF-5ECA-16A3A58AA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">
            <a:extLst>
              <a:ext uri="{FF2B5EF4-FFF2-40B4-BE49-F238E27FC236}">
                <a16:creationId xmlns:a16="http://schemas.microsoft.com/office/drawing/2014/main" id="{7553F9E7-466F-32B0-FB73-12A272021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76293"/>
          </a:xfrm>
        </p:spPr>
        <p:txBody>
          <a:bodyPr/>
          <a:lstStyle/>
          <a:p>
            <a:r>
              <a:rPr lang="fr-FR" sz="2800" dirty="0">
                <a:cs typeface="Arial"/>
              </a:rPr>
              <a:t>Experts usinage IBIF</a:t>
            </a:r>
          </a:p>
        </p:txBody>
      </p:sp>
      <p:pic>
        <p:nvPicPr>
          <p:cNvPr id="1026" name="ZONE OMOC">
            <a:extLst>
              <a:ext uri="{FF2B5EF4-FFF2-40B4-BE49-F238E27FC236}">
                <a16:creationId xmlns:a16="http://schemas.microsoft.com/office/drawing/2014/main" id="{D8D73938-B27C-9CCD-587D-9AB072BE2D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0981"/>
            <a:ext cx="4094560" cy="344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 : carré corné 1">
            <a:extLst>
              <a:ext uri="{FF2B5EF4-FFF2-40B4-BE49-F238E27FC236}">
                <a16:creationId xmlns:a16="http://schemas.microsoft.com/office/drawing/2014/main" id="{712615ED-B501-D1E8-8052-98BA33D60EA3}"/>
              </a:ext>
            </a:extLst>
          </p:cNvPr>
          <p:cNvSpPr/>
          <p:nvPr/>
        </p:nvSpPr>
        <p:spPr>
          <a:xfrm>
            <a:off x="2231083" y="427500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7" name="Rectangle : carré corné 6">
            <a:extLst>
              <a:ext uri="{FF2B5EF4-FFF2-40B4-BE49-F238E27FC236}">
                <a16:creationId xmlns:a16="http://schemas.microsoft.com/office/drawing/2014/main" id="{2C75FB61-47FC-F1D1-A99F-B446AF32FD9E}"/>
              </a:ext>
            </a:extLst>
          </p:cNvPr>
          <p:cNvSpPr/>
          <p:nvPr/>
        </p:nvSpPr>
        <p:spPr>
          <a:xfrm>
            <a:off x="0" y="3181420"/>
            <a:ext cx="1422803" cy="962563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Animer la démarche : en RGM, vérifier / être en attente de la présence des livrables coût/</a:t>
            </a:r>
            <a:r>
              <a:rPr lang="fr-FR" sz="600" dirty="0" err="1"/>
              <a:t>délai,porter</a:t>
            </a:r>
            <a:r>
              <a:rPr lang="fr-FR" sz="600" dirty="0"/>
              <a:t> le sen, intégrer les critères </a:t>
            </a:r>
            <a:r>
              <a:rPr lang="fr-FR" sz="600" dirty="0" err="1"/>
              <a:t>supplémenataires</a:t>
            </a:r>
            <a:endParaRPr lang="fr-FR" sz="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Diffuser le </a:t>
            </a:r>
            <a:r>
              <a:rPr lang="fr-FR" sz="600" dirty="0" err="1"/>
              <a:t>template</a:t>
            </a:r>
            <a:r>
              <a:rPr lang="fr-FR" sz="600" dirty="0"/>
              <a:t> RGM, mettre à disposition des exemples avec la check-list et les </a:t>
            </a:r>
            <a:r>
              <a:rPr lang="fr-FR" sz="600" dirty="0" err="1"/>
              <a:t>livrabls</a:t>
            </a:r>
            <a:endParaRPr lang="fr-FR" sz="600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EA615CDF-8B61-9FD3-38D6-ADF5BB84E9C3}"/>
              </a:ext>
            </a:extLst>
          </p:cNvPr>
          <p:cNvSpPr/>
          <p:nvPr/>
        </p:nvSpPr>
        <p:spPr>
          <a:xfrm>
            <a:off x="514780" y="1263389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65374-9C49-3EFA-0367-C9040B92ABB3}"/>
              </a:ext>
            </a:extLst>
          </p:cNvPr>
          <p:cNvSpPr txBox="1"/>
          <p:nvPr/>
        </p:nvSpPr>
        <p:spPr>
          <a:xfrm>
            <a:off x="10888919" y="227407"/>
            <a:ext cx="108516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/>
              <a:t>14h30-15h20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D34B7DB-F468-5C94-1382-06BB83322B5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096"/>
          <a:stretch/>
        </p:blipFill>
        <p:spPr>
          <a:xfrm>
            <a:off x="10655538" y="227129"/>
            <a:ext cx="273749" cy="216000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DF4EC2C1-70BD-8EA5-A29F-E9B86A4FEBCC}"/>
              </a:ext>
            </a:extLst>
          </p:cNvPr>
          <p:cNvGraphicFramePr>
            <a:graphicFrameLocks noGrp="1"/>
          </p:cNvGraphicFramePr>
          <p:nvPr/>
        </p:nvGraphicFramePr>
        <p:xfrm>
          <a:off x="4248150" y="1144183"/>
          <a:ext cx="7893050" cy="124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46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  <a:gridCol w="1621951">
                  <a:extLst>
                    <a:ext uri="{9D8B030D-6E8A-4147-A177-3AD203B41FA5}">
                      <a16:colId xmlns:a16="http://schemas.microsoft.com/office/drawing/2014/main" val="3055516493"/>
                    </a:ext>
                  </a:extLst>
                </a:gridCol>
                <a:gridCol w="1995460">
                  <a:extLst>
                    <a:ext uri="{9D8B030D-6E8A-4147-A177-3AD203B41FA5}">
                      <a16:colId xmlns:a16="http://schemas.microsoft.com/office/drawing/2014/main" val="4155469755"/>
                    </a:ext>
                  </a:extLst>
                </a:gridCol>
                <a:gridCol w="1248442">
                  <a:extLst>
                    <a:ext uri="{9D8B030D-6E8A-4147-A177-3AD203B41FA5}">
                      <a16:colId xmlns:a16="http://schemas.microsoft.com/office/drawing/2014/main" val="1079624022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Enjeux positifs</a:t>
                      </a:r>
                    </a:p>
                    <a:p>
                      <a:pPr algn="ctr"/>
                      <a:r>
                        <a:rPr lang="fr-FR" sz="600" b="1"/>
                        <a:t>(opportunités, leviers, gains et avantages potentiels)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Freins, barrières</a:t>
                      </a:r>
                    </a:p>
                    <a:p>
                      <a:pPr algn="ctr"/>
                      <a:r>
                        <a:rPr lang="fr-FR" sz="600" b="1"/>
                        <a:t>(risques ou freins)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Probabilité de non engagement</a:t>
                      </a:r>
                    </a:p>
                    <a:p>
                      <a:pPr algn="ctr"/>
                      <a:r>
                        <a:rPr lang="fr-FR" sz="600" b="1"/>
                        <a:t>(passivité ou opposition)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/>
                        <a:t>Gravité </a:t>
                      </a:r>
                    </a:p>
                    <a:p>
                      <a:pPr algn="ctr"/>
                      <a:r>
                        <a:rPr lang="fr-FR" sz="800" b="1"/>
                        <a:t>du non engagement pour le changement </a:t>
                      </a:r>
                      <a:r>
                        <a:rPr lang="fr-FR" sz="600" b="1"/>
                        <a:t>(impact)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b="1" dirty="0"/>
                        <a:t>Niveau de priorité</a:t>
                      </a:r>
                    </a:p>
                    <a:p>
                      <a:pPr algn="ctr"/>
                      <a:r>
                        <a:rPr lang="fr-FR" sz="800" b="1" dirty="0"/>
                        <a:t>(= Proba x Gravité)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792000"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dirty="0" err="1"/>
                        <a:t>Ràs</a:t>
                      </a:r>
                      <a:endParaRPr lang="fr-FR" sz="7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7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</a:tbl>
          </a:graphicData>
        </a:graphic>
      </p:graphicFrame>
      <p:sp>
        <p:nvSpPr>
          <p:cNvPr id="14" name="Ellipse 13">
            <a:extLst>
              <a:ext uri="{FF2B5EF4-FFF2-40B4-BE49-F238E27FC236}">
                <a16:creationId xmlns:a16="http://schemas.microsoft.com/office/drawing/2014/main" id="{2B5C620D-41E7-D21E-1D4F-A36B1AEFB94D}"/>
              </a:ext>
            </a:extLst>
          </p:cNvPr>
          <p:cNvSpPr/>
          <p:nvPr/>
        </p:nvSpPr>
        <p:spPr>
          <a:xfrm>
            <a:off x="13599" y="875504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1</a:t>
            </a:r>
          </a:p>
        </p:txBody>
      </p:sp>
      <p:sp>
        <p:nvSpPr>
          <p:cNvPr id="16" name="Rectangle : carré corné 15">
            <a:extLst>
              <a:ext uri="{FF2B5EF4-FFF2-40B4-BE49-F238E27FC236}">
                <a16:creationId xmlns:a16="http://schemas.microsoft.com/office/drawing/2014/main" id="{0B87B54B-7FED-225F-E379-5EBC80648E52}"/>
              </a:ext>
            </a:extLst>
          </p:cNvPr>
          <p:cNvSpPr/>
          <p:nvPr/>
        </p:nvSpPr>
        <p:spPr>
          <a:xfrm>
            <a:off x="949113" y="1472458"/>
            <a:ext cx="838597" cy="286148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fr-FR" sz="600"/>
          </a:p>
        </p:txBody>
      </p:sp>
      <p:sp>
        <p:nvSpPr>
          <p:cNvPr id="17" name="Rectangle : carré corné 16">
            <a:extLst>
              <a:ext uri="{FF2B5EF4-FFF2-40B4-BE49-F238E27FC236}">
                <a16:creationId xmlns:a16="http://schemas.microsoft.com/office/drawing/2014/main" id="{03033FEB-9022-4D0F-55C0-D83CCFC18B8F}"/>
              </a:ext>
            </a:extLst>
          </p:cNvPr>
          <p:cNvSpPr/>
          <p:nvPr/>
        </p:nvSpPr>
        <p:spPr>
          <a:xfrm>
            <a:off x="3275031" y="3181285"/>
            <a:ext cx="838597" cy="709779"/>
          </a:xfrm>
          <a:prstGeom prst="foldedCorner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Piloter la mise à jour de l’ILS (incluant analyse d’impact sur IB)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600" dirty="0"/>
              <a:t>Planifier la réalisation d’un RACI de la RGM</a:t>
            </a:r>
          </a:p>
        </p:txBody>
      </p:sp>
      <p:graphicFrame>
        <p:nvGraphicFramePr>
          <p:cNvPr id="18" name="RESSORTS_CHANGE">
            <a:extLst>
              <a:ext uri="{FF2B5EF4-FFF2-40B4-BE49-F238E27FC236}">
                <a16:creationId xmlns:a16="http://schemas.microsoft.com/office/drawing/2014/main" id="{459DEC21-480C-BA5A-B96B-58FBE08E9214}"/>
              </a:ext>
            </a:extLst>
          </p:cNvPr>
          <p:cNvGraphicFramePr>
            <a:graphicFrameLocks noGrp="1"/>
          </p:cNvGraphicFramePr>
          <p:nvPr/>
        </p:nvGraphicFramePr>
        <p:xfrm>
          <a:off x="4865534" y="3601017"/>
          <a:ext cx="6363455" cy="288036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2953959">
                  <a:extLst>
                    <a:ext uri="{9D8B030D-6E8A-4147-A177-3AD203B41FA5}">
                      <a16:colId xmlns:a16="http://schemas.microsoft.com/office/drawing/2014/main" val="1287254329"/>
                    </a:ext>
                  </a:extLst>
                </a:gridCol>
                <a:gridCol w="3409496">
                  <a:extLst>
                    <a:ext uri="{9D8B030D-6E8A-4147-A177-3AD203B41FA5}">
                      <a16:colId xmlns:a16="http://schemas.microsoft.com/office/drawing/2014/main" val="310593385"/>
                    </a:ext>
                  </a:extLst>
                </a:gridCol>
              </a:tblGrid>
              <a:tr h="14996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Ressorts du changement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/>
                        <a:t>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1865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Sens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Communication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Communiquer sur les enjeux du chantier et les résultats de la vague pilote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23784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Preuve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700" u="sng" dirty="0"/>
                        <a:t>Communication</a:t>
                      </a:r>
                    </a:p>
                    <a:p>
                      <a:pPr marL="171450" marR="0" lvl="0" indent="-171450" algn="l" defTabSz="121969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r-FR" sz="700" dirty="0"/>
                        <a:t>Présenter les évolutions apportées à la RGM en présence d’un de leurs pairs membre de la Vague Pilote 1</a:t>
                      </a:r>
                      <a:endParaRPr lang="fr-FR" sz="700" u="sng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dirty="0"/>
                        <a:t>Montrer les apports sur la qualité du travail de par l’intégration des experts / référents outillages (exhaustivité du besoin outillage)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87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de proximité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Mobilisation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en tant que relai pour animer les évolutions de la RGM (mettre à disposition la liste des livrables, être en attente lors de la RGM de ces éléments)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Mobiliser pour piloter la mise à jour de l’ILS-1940 et la planification de la réalisation d’un RACI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780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fr-FR" sz="700" dirty="0"/>
                        <a:t>Accompagnement 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fr-FR" sz="700" i="0" u="sng" dirty="0"/>
                        <a:t>Support</a:t>
                      </a:r>
                      <a:endParaRPr lang="fr-FR" sz="700" i="0" u="none" dirty="0"/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fr-FR" sz="700" i="0" u="none" dirty="0"/>
                        <a:t>Réaliser quelques points </a:t>
                      </a:r>
                      <a:r>
                        <a:rPr lang="fr-FR" sz="700" i="0" u="none" dirty="0" err="1"/>
                        <a:t>retex</a:t>
                      </a:r>
                      <a:r>
                        <a:rPr lang="fr-FR" sz="700" i="0" u="none" dirty="0"/>
                        <a:t> post-déploiement et mesurer l’appropriation des nouveaux usages RGM</a:t>
                      </a:r>
                      <a:endParaRPr lang="fr-FR" sz="700" i="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4302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39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3803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fr-FR" sz="7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375369"/>
                  </a:ext>
                </a:extLst>
              </a:tr>
            </a:tbl>
          </a:graphicData>
        </a:graphic>
      </p:graphicFrame>
      <p:sp>
        <p:nvSpPr>
          <p:cNvPr id="19" name="ZoneTexte 18">
            <a:extLst>
              <a:ext uri="{FF2B5EF4-FFF2-40B4-BE49-F238E27FC236}">
                <a16:creationId xmlns:a16="http://schemas.microsoft.com/office/drawing/2014/main" id="{37B72D64-72A7-BC3A-C645-720B54DC01E6}"/>
              </a:ext>
            </a:extLst>
          </p:cNvPr>
          <p:cNvSpPr txBox="1"/>
          <p:nvPr/>
        </p:nvSpPr>
        <p:spPr>
          <a:xfrm>
            <a:off x="9288043" y="2659610"/>
            <a:ext cx="261969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600" i="1" dirty="0">
                <a:solidFill>
                  <a:schemeClr val="tx2"/>
                </a:solidFill>
              </a:rPr>
              <a:t>Les actions de conduite du changement sont principalement de 4 natures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Communication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Mobilisation (</a:t>
            </a:r>
            <a:r>
              <a:rPr lang="fr-FR" sz="500" i="1" dirty="0">
                <a:solidFill>
                  <a:schemeClr val="tx2"/>
                </a:solidFill>
              </a:rPr>
              <a:t>activation de sponsors/leaders, réseau de relais, co-construction, groupes pilotes, valorisation des contributions et réussites)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Formation</a:t>
            </a:r>
          </a:p>
          <a:p>
            <a:pPr marL="285750" indent="-285750">
              <a:buFontTx/>
              <a:buChar char="-"/>
            </a:pPr>
            <a:r>
              <a:rPr lang="fr-FR" sz="600" i="1" dirty="0">
                <a:solidFill>
                  <a:schemeClr val="tx2"/>
                </a:solidFill>
              </a:rPr>
              <a:t>Support </a:t>
            </a:r>
            <a:r>
              <a:rPr lang="fr-FR" sz="500" i="1" dirty="0">
                <a:solidFill>
                  <a:schemeClr val="tx2"/>
                </a:solidFill>
              </a:rPr>
              <a:t>(mentorat, base documentaire, help desk, réseau de relais de proximité, sessions de suivi post-déploiement…)</a:t>
            </a:r>
            <a:endParaRPr lang="fr-FR" sz="600" i="1" dirty="0">
              <a:solidFill>
                <a:schemeClr val="tx2"/>
              </a:solidFill>
            </a:endParaRP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732F3EF8-7CAD-9DBB-DE0F-80B0094A298A}"/>
              </a:ext>
            </a:extLst>
          </p:cNvPr>
          <p:cNvSpPr/>
          <p:nvPr/>
        </p:nvSpPr>
        <p:spPr>
          <a:xfrm>
            <a:off x="4248150" y="822033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2</a:t>
            </a:r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C8CE1CC0-EAAE-3FB2-1BFE-02E87166558F}"/>
              </a:ext>
            </a:extLst>
          </p:cNvPr>
          <p:cNvSpPr/>
          <p:nvPr/>
        </p:nvSpPr>
        <p:spPr>
          <a:xfrm>
            <a:off x="4675035" y="3238145"/>
            <a:ext cx="229289" cy="22928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300"/>
              <a:t>3</a:t>
            </a:r>
          </a:p>
        </p:txBody>
      </p:sp>
      <p:pic>
        <p:nvPicPr>
          <p:cNvPr id="10" name="Image 9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69B692C8-6737-77C1-A75E-41B51B5BB0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59" y="425540"/>
            <a:ext cx="2215965" cy="690881"/>
          </a:xfrm>
          <a:prstGeom prst="rect">
            <a:avLst/>
          </a:prstGeom>
        </p:spPr>
      </p:pic>
      <p:pic>
        <p:nvPicPr>
          <p:cNvPr id="13" name="Image 12" descr="Une image contenant texte, capture d’écran, Police, affichage&#10;&#10;Le contenu généré par l’IA peut être incorrect.">
            <a:extLst>
              <a:ext uri="{FF2B5EF4-FFF2-40B4-BE49-F238E27FC236}">
                <a16:creationId xmlns:a16="http://schemas.microsoft.com/office/drawing/2014/main" id="{D457DACB-E18F-F2EA-ABA2-C682605725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031" y="470613"/>
            <a:ext cx="2122959" cy="645808"/>
          </a:xfrm>
          <a:prstGeom prst="rect">
            <a:avLst/>
          </a:prstGeom>
        </p:spPr>
      </p:pic>
      <p:sp>
        <p:nvSpPr>
          <p:cNvPr id="6" name="Ellipse 5">
            <a:extLst>
              <a:ext uri="{FF2B5EF4-FFF2-40B4-BE49-F238E27FC236}">
                <a16:creationId xmlns:a16="http://schemas.microsoft.com/office/drawing/2014/main" id="{180DFAE0-5332-DBE0-F7A4-EBF5C1803974}"/>
              </a:ext>
            </a:extLst>
          </p:cNvPr>
          <p:cNvSpPr/>
          <p:nvPr/>
        </p:nvSpPr>
        <p:spPr>
          <a:xfrm>
            <a:off x="1269314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B09E8B37-2BE5-18B1-552A-E5AC5952FB52}"/>
              </a:ext>
            </a:extLst>
          </p:cNvPr>
          <p:cNvSpPr/>
          <p:nvPr/>
        </p:nvSpPr>
        <p:spPr>
          <a:xfrm>
            <a:off x="2650382" y="29383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B6679F6-7FC0-9508-DFBC-F7F644F9E0C2}"/>
              </a:ext>
            </a:extLst>
          </p:cNvPr>
          <p:cNvSpPr/>
          <p:nvPr/>
        </p:nvSpPr>
        <p:spPr>
          <a:xfrm>
            <a:off x="1975280" y="25827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E7E52148-C06B-BE0B-B829-CBCB60BD8377}"/>
              </a:ext>
            </a:extLst>
          </p:cNvPr>
          <p:cNvSpPr/>
          <p:nvPr/>
        </p:nvSpPr>
        <p:spPr>
          <a:xfrm>
            <a:off x="1984210" y="3310885"/>
            <a:ext cx="144000" cy="144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821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SAE_2025">
  <a:themeElements>
    <a:clrScheme name="Personnalisé 35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3B87CC"/>
      </a:accent1>
      <a:accent2>
        <a:srgbClr val="112753"/>
      </a:accent2>
      <a:accent3>
        <a:srgbClr val="EFF1F6"/>
      </a:accent3>
      <a:accent4>
        <a:srgbClr val="112753"/>
      </a:accent4>
      <a:accent5>
        <a:srgbClr val="3B87CC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SAE_2025" id="{2E586107-1840-42B1-926A-841B0A745157}" vid="{29929A11-B0CA-44AD-AB5B-D1275C2DCB56}"/>
    </a:ext>
  </a:extLst>
</a:theme>
</file>

<file path=ppt/theme/theme2.xml><?xml version="1.0" encoding="utf-8"?>
<a:theme xmlns:a="http://schemas.openxmlformats.org/drawingml/2006/main" name="1_CORPORATE">
  <a:themeElements>
    <a:clrScheme name="safran template pink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EB3986"/>
      </a:accent1>
      <a:accent2>
        <a:srgbClr val="C31E4B"/>
      </a:accent2>
      <a:accent3>
        <a:srgbClr val="EFF1F6"/>
      </a:accent3>
      <a:accent4>
        <a:srgbClr val="112753"/>
      </a:accent4>
      <a:accent5>
        <a:srgbClr val="112753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2_CORPORATE">
  <a:themeElements>
    <a:clrScheme name="Safran template orange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FFB600"/>
      </a:accent1>
      <a:accent2>
        <a:srgbClr val="FF7800"/>
      </a:accent2>
      <a:accent3>
        <a:srgbClr val="EFF1F6"/>
      </a:accent3>
      <a:accent4>
        <a:srgbClr val="112753"/>
      </a:accent4>
      <a:accent5>
        <a:srgbClr val="112753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3_CORPORATE">
  <a:themeElements>
    <a:clrScheme name="Personnalisé 40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2CC84D"/>
      </a:accent1>
      <a:accent2>
        <a:srgbClr val="00491E"/>
      </a:accent2>
      <a:accent3>
        <a:srgbClr val="EFF1F6"/>
      </a:accent3>
      <a:accent4>
        <a:srgbClr val="112753"/>
      </a:accent4>
      <a:accent5>
        <a:srgbClr val="112753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0ECB320D4A9354299051F5ED1D13540" ma:contentTypeVersion="4" ma:contentTypeDescription="Create a new document." ma:contentTypeScope="" ma:versionID="0cac5bdc147c5fa839f654fd4ab6e020">
  <xsd:schema xmlns:xsd="http://www.w3.org/2001/XMLSchema" xmlns:xs="http://www.w3.org/2001/XMLSchema" xmlns:p="http://schemas.microsoft.com/office/2006/metadata/properties" xmlns:ns2="4a4d122f-faf0-4a42-9cda-8d9ce73218bd" targetNamespace="http://schemas.microsoft.com/office/2006/metadata/properties" ma:root="true" ma:fieldsID="70b7afa85b8b09d97820ce2ec64775d3" ns2:_="">
    <xsd:import namespace="4a4d122f-faf0-4a42-9cda-8d9ce73218bd"/>
    <xsd:element name="properties">
      <xsd:complexType>
        <xsd:sequence>
          <xsd:element name="documentManagement">
            <xsd:complexType>
              <xsd:all>
                <xsd:element ref="ns2:Diffusable" minOccurs="0"/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4d122f-faf0-4a42-9cda-8d9ce73218bd" elementFormDefault="qualified">
    <xsd:import namespace="http://schemas.microsoft.com/office/2006/documentManagement/types"/>
    <xsd:import namespace="http://schemas.microsoft.com/office/infopath/2007/PartnerControls"/>
    <xsd:element name="Diffusable" ma:index="8" nillable="true" ma:displayName="Diffusable" ma:default="NON" ma:format="Dropdown" ma:internalName="Diffusable">
      <xsd:simpleType>
        <xsd:restriction base="dms:Choice">
          <xsd:enumeration value="OUI"/>
          <xsd:enumeration value="NON"/>
        </xsd:restriction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ffusable xmlns="4a4d122f-faf0-4a42-9cda-8d9ce73218bd">NON</Diffusable>
  </documentManagement>
</p:properties>
</file>

<file path=customXml/itemProps1.xml><?xml version="1.0" encoding="utf-8"?>
<ds:datastoreItem xmlns:ds="http://schemas.openxmlformats.org/officeDocument/2006/customXml" ds:itemID="{B98AFDB1-0C04-4204-A677-FBD4BE99EC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D7DD04-6E8D-43D1-869A-6F19EC5F25B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a4d122f-faf0-4a42-9cda-8d9ce73218b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8FA0146-E316-406F-A65C-D4463010059D}">
  <ds:schemaRefs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4a4d122f-faf0-4a42-9cda-8d9ce73218bd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024ffcea-f25b-491e-9dc9-834516f3550e}" enabled="1" method="Standard" siteId="{d52b49b7-0c8f-4d89-8c4f-f20517306e08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SAE_2025</Template>
  <TotalTime>577</TotalTime>
  <Words>3399</Words>
  <Application>Microsoft Office PowerPoint</Application>
  <PresentationFormat>Grand écran</PresentationFormat>
  <Paragraphs>412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4</vt:i4>
      </vt:variant>
      <vt:variant>
        <vt:lpstr>Titres des diapositives</vt:lpstr>
      </vt:variant>
      <vt:variant>
        <vt:i4>8</vt:i4>
      </vt:variant>
    </vt:vector>
  </HeadingPairs>
  <TitlesOfParts>
    <vt:vector size="19" baseType="lpstr">
      <vt:lpstr>Aptos</vt:lpstr>
      <vt:lpstr>Arial</vt:lpstr>
      <vt:lpstr>Calibri</vt:lpstr>
      <vt:lpstr>Microsoft Sans Serif</vt:lpstr>
      <vt:lpstr>Segoe UI</vt:lpstr>
      <vt:lpstr>Segoe UI Black</vt:lpstr>
      <vt:lpstr>Wingdings</vt:lpstr>
      <vt:lpstr>SAE_2025</vt:lpstr>
      <vt:lpstr>1_CORPORATE</vt:lpstr>
      <vt:lpstr>2_CORPORATE</vt:lpstr>
      <vt:lpstr>3_CORPORATE</vt:lpstr>
      <vt:lpstr>Garants de fabricabilité – 5 personnes</vt:lpstr>
      <vt:lpstr>Experts usinage IBIF – 1 personne</vt:lpstr>
      <vt:lpstr>Garants de fabricabilité – 10 personnes</vt:lpstr>
      <vt:lpstr>Experts usinage IBIF</vt:lpstr>
      <vt:lpstr>Garants de fabricabilité – 5 personnes</vt:lpstr>
      <vt:lpstr>Experts usinage IBIF</vt:lpstr>
      <vt:lpstr>Garants de fabricabilité – 5 personnes</vt:lpstr>
      <vt:lpstr>Experts usinage IBIF</vt:lpstr>
    </vt:vector>
  </TitlesOfParts>
  <Company>SAFRAN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PICARD Vivien (SAFRAN AIRCRAFT ENGINES)</dc:creator>
  <cp:lastModifiedBy>PAPASIDERO Jessica (SAFRAN AIRCRAFT ENGINES)</cp:lastModifiedBy>
  <cp:revision>7</cp:revision>
  <cp:lastPrinted>2025-10-03T06:59:19Z</cp:lastPrinted>
  <dcterms:created xsi:type="dcterms:W3CDTF">2025-04-16T14:28:55Z</dcterms:created>
  <dcterms:modified xsi:type="dcterms:W3CDTF">2026-05-12T18:44:50Z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24ffcea-f25b-491e-9dc9-834516f3550e_Enabled">
    <vt:lpwstr>true</vt:lpwstr>
  </property>
  <property fmtid="{D5CDD505-2E9C-101B-9397-08002B2CF9AE}" pid="3" name="MSIP_Label_024ffcea-f25b-491e-9dc9-834516f3550e_SetDate">
    <vt:lpwstr>2025-04-16T14:43:41Z</vt:lpwstr>
  </property>
  <property fmtid="{D5CDD505-2E9C-101B-9397-08002B2CF9AE}" pid="4" name="MSIP_Label_024ffcea-f25b-491e-9dc9-834516f3550e_Method">
    <vt:lpwstr>Standard</vt:lpwstr>
  </property>
  <property fmtid="{D5CDD505-2E9C-101B-9397-08002B2CF9AE}" pid="5" name="MSIP_Label_024ffcea-f25b-491e-9dc9-834516f3550e_Name">
    <vt:lpwstr>C2 - restricted</vt:lpwstr>
  </property>
  <property fmtid="{D5CDD505-2E9C-101B-9397-08002B2CF9AE}" pid="6" name="MSIP_Label_024ffcea-f25b-491e-9dc9-834516f3550e_SiteId">
    <vt:lpwstr>d52b49b7-0c8f-4d89-8c4f-f20517306e08</vt:lpwstr>
  </property>
  <property fmtid="{D5CDD505-2E9C-101B-9397-08002B2CF9AE}" pid="7" name="MSIP_Label_024ffcea-f25b-491e-9dc9-834516f3550e_ActionId">
    <vt:lpwstr>3277d84d-73e3-4c96-9ac4-f87fef78aa64</vt:lpwstr>
  </property>
  <property fmtid="{D5CDD505-2E9C-101B-9397-08002B2CF9AE}" pid="8" name="MSIP_Label_024ffcea-f25b-491e-9dc9-834516f3550e_ContentBits">
    <vt:lpwstr>1</vt:lpwstr>
  </property>
  <property fmtid="{D5CDD505-2E9C-101B-9397-08002B2CF9AE}" pid="9" name="MSIP_Label_024ffcea-f25b-491e-9dc9-834516f3550e_Tag">
    <vt:lpwstr>10, 3, 0, 1</vt:lpwstr>
  </property>
  <property fmtid="{D5CDD505-2E9C-101B-9397-08002B2CF9AE}" pid="10" name="ClassificationContentMarkingHeaderLocations">
    <vt:lpwstr>SAE_2025:4\1_CORPORATE:4\2_CORPORATE:4\3_CORPORATE:4</vt:lpwstr>
  </property>
  <property fmtid="{D5CDD505-2E9C-101B-9397-08002B2CF9AE}" pid="11" name="ClassificationContentMarkingHeaderText">
    <vt:lpwstr>C2 - Confidential</vt:lpwstr>
  </property>
  <property fmtid="{D5CDD505-2E9C-101B-9397-08002B2CF9AE}" pid="12" name="_AdHocReviewCycleID">
    <vt:i4>1678172822</vt:i4>
  </property>
  <property fmtid="{D5CDD505-2E9C-101B-9397-08002B2CF9AE}" pid="13" name="_NewReviewCycle">
    <vt:lpwstr/>
  </property>
  <property fmtid="{D5CDD505-2E9C-101B-9397-08002B2CF9AE}" pid="14" name="_EmailSubject">
    <vt:lpwstr/>
  </property>
  <property fmtid="{D5CDD505-2E9C-101B-9397-08002B2CF9AE}" pid="15" name="_AuthorEmail">
    <vt:lpwstr>jessica.papasidero@safrangroup.com</vt:lpwstr>
  </property>
  <property fmtid="{D5CDD505-2E9C-101B-9397-08002B2CF9AE}" pid="16" name="_AuthorEmailDisplayName">
    <vt:lpwstr>PAPASIDERO Jessica (SAFRAN AIRCRAFT ENGINES)</vt:lpwstr>
  </property>
  <property fmtid="{D5CDD505-2E9C-101B-9397-08002B2CF9AE}" pid="17" name="ContentTypeId">
    <vt:lpwstr>0x010100F0ECB320D4A9354299051F5ED1D13540</vt:lpwstr>
  </property>
  <property fmtid="{D5CDD505-2E9C-101B-9397-08002B2CF9AE}" pid="18" name="MediaServiceImageTags">
    <vt:lpwstr/>
  </property>
  <property fmtid="{D5CDD505-2E9C-101B-9397-08002B2CF9AE}" pid="19" name="xd_ProgID">
    <vt:lpwstr/>
  </property>
  <property fmtid="{D5CDD505-2E9C-101B-9397-08002B2CF9AE}" pid="20" name="ComplianceAssetId">
    <vt:lpwstr/>
  </property>
  <property fmtid="{D5CDD505-2E9C-101B-9397-08002B2CF9AE}" pid="21" name="TemplateUrl">
    <vt:lpwstr/>
  </property>
  <property fmtid="{D5CDD505-2E9C-101B-9397-08002B2CF9AE}" pid="22" name="_ExtendedDescription">
    <vt:lpwstr/>
  </property>
  <property fmtid="{D5CDD505-2E9C-101B-9397-08002B2CF9AE}" pid="23" name="TriggerFlowInfo">
    <vt:lpwstr/>
  </property>
  <property fmtid="{D5CDD505-2E9C-101B-9397-08002B2CF9AE}" pid="24" name="xd_Signature">
    <vt:bool>false</vt:bool>
  </property>
  <property fmtid="{D5CDD505-2E9C-101B-9397-08002B2CF9AE}" pid="25" name="_PreviousAdHocReviewCycleID">
    <vt:i4>1548998924</vt:i4>
  </property>
</Properties>
</file>